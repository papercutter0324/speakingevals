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Lst>
  <p:notesMasterIdLst>
    <p:notesMasterId r:id="rId27"/>
  </p:notesMasterIdLst>
  <p:sldIdLst>
    <p:sldId id="256" r:id="rId2"/>
    <p:sldId id="258" r:id="rId3"/>
    <p:sldId id="266" r:id="rId4"/>
    <p:sldId id="349" r:id="rId5"/>
    <p:sldId id="350" r:id="rId6"/>
    <p:sldId id="351" r:id="rId7"/>
    <p:sldId id="352" r:id="rId8"/>
    <p:sldId id="353" r:id="rId9"/>
    <p:sldId id="371" r:id="rId10"/>
    <p:sldId id="354" r:id="rId11"/>
    <p:sldId id="355" r:id="rId12"/>
    <p:sldId id="369" r:id="rId13"/>
    <p:sldId id="370" r:id="rId14"/>
    <p:sldId id="366" r:id="rId15"/>
    <p:sldId id="367" r:id="rId16"/>
    <p:sldId id="368" r:id="rId17"/>
    <p:sldId id="356" r:id="rId18"/>
    <p:sldId id="357" r:id="rId19"/>
    <p:sldId id="358" r:id="rId20"/>
    <p:sldId id="359" r:id="rId21"/>
    <p:sldId id="360" r:id="rId22"/>
    <p:sldId id="361" r:id="rId23"/>
    <p:sldId id="362" r:id="rId24"/>
    <p:sldId id="364" r:id="rId25"/>
    <p:sldId id="365" r:id="rId26"/>
  </p:sldIdLst>
  <p:sldSz cx="9144000" cy="5143500" type="screen16x9"/>
  <p:notesSz cx="6858000" cy="9144000"/>
  <p:embeddedFontLst>
    <p:embeddedFont>
      <p:font typeface="Crimson Text" panose="020B0604020202020204" charset="0"/>
      <p:regular r:id="rId28"/>
      <p:bold r:id="rId29"/>
      <p:italic r:id="rId30"/>
      <p:boldItalic r:id="rId31"/>
    </p:embeddedFont>
    <p:embeddedFont>
      <p:font typeface="Montserrat" panose="00000500000000000000" pitchFamily="2" charset="0"/>
      <p:regular r:id="rId32"/>
      <p:bold r:id="rId33"/>
      <p:italic r:id="rId34"/>
      <p:boldItalic r:id="rId35"/>
    </p:embeddedFont>
    <p:embeddedFont>
      <p:font typeface="Vidaloka" panose="020B0604020202020204"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3D97DA-3902-46D6-A8D5-1A0242C6541F}" v="134" dt="2026-01-18T16:09:24.876"/>
  </p1510:revLst>
</p1510:revInfo>
</file>

<file path=ppt/tableStyles.xml><?xml version="1.0" encoding="utf-8"?>
<a:tblStyleLst xmlns:a="http://schemas.openxmlformats.org/drawingml/2006/main" def="{5A21D849-AD9F-4559-87DD-7253AD37431A}">
  <a:tblStyle styleId="{5A21D849-AD9F-4559-87DD-7253AD37431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9" d="100"/>
          <a:sy n="139" d="100"/>
        </p:scale>
        <p:origin x="116"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rren Feltmate" userId="06ccb0c333b4239d" providerId="LiveId" clId="{03AE7F1B-5448-4088-B76F-C7E50547C3EB}"/>
    <pc:docChg chg="undo custSel addSld modSld">
      <pc:chgData name="Warren Feltmate" userId="06ccb0c333b4239d" providerId="LiveId" clId="{03AE7F1B-5448-4088-B76F-C7E50547C3EB}" dt="2026-01-09T06:38:33.241" v="1719" actId="20577"/>
      <pc:docMkLst>
        <pc:docMk/>
      </pc:docMkLst>
      <pc:sldChg chg="modSp mod">
        <pc:chgData name="Warren Feltmate" userId="06ccb0c333b4239d" providerId="LiveId" clId="{03AE7F1B-5448-4088-B76F-C7E50547C3EB}" dt="2026-01-09T06:38:33.241" v="1719" actId="20577"/>
        <pc:sldMkLst>
          <pc:docMk/>
          <pc:sldMk cId="0" sldId="258"/>
        </pc:sldMkLst>
        <pc:spChg chg="mod">
          <ac:chgData name="Warren Feltmate" userId="06ccb0c333b4239d" providerId="LiveId" clId="{03AE7F1B-5448-4088-B76F-C7E50547C3EB}" dt="2026-01-09T06:37:21.273" v="1644" actId="20577"/>
          <ac:spMkLst>
            <pc:docMk/>
            <pc:sldMk cId="0" sldId="258"/>
            <ac:spMk id="504" creationId="{00000000-0000-0000-0000-000000000000}"/>
          </ac:spMkLst>
        </pc:spChg>
        <pc:spChg chg="mod">
          <ac:chgData name="Warren Feltmate" userId="06ccb0c333b4239d" providerId="LiveId" clId="{03AE7F1B-5448-4088-B76F-C7E50547C3EB}" dt="2026-01-09T06:38:33.241" v="1719" actId="20577"/>
          <ac:spMkLst>
            <pc:docMk/>
            <pc:sldMk cId="0" sldId="258"/>
            <ac:spMk id="506" creationId="{00000000-0000-0000-0000-000000000000}"/>
          </ac:spMkLst>
        </pc:spChg>
      </pc:sldChg>
      <pc:sldChg chg="modSp mod">
        <pc:chgData name="Warren Feltmate" userId="06ccb0c333b4239d" providerId="LiveId" clId="{03AE7F1B-5448-4088-B76F-C7E50547C3EB}" dt="2026-01-09T06:35:50.903" v="1593" actId="14100"/>
        <pc:sldMkLst>
          <pc:docMk/>
          <pc:sldMk cId="604794946" sldId="361"/>
        </pc:sldMkLst>
        <pc:spChg chg="mod">
          <ac:chgData name="Warren Feltmate" userId="06ccb0c333b4239d" providerId="LiveId" clId="{03AE7F1B-5448-4088-B76F-C7E50547C3EB}" dt="2026-01-09T06:10:32.865" v="32" actId="20577"/>
          <ac:spMkLst>
            <pc:docMk/>
            <pc:sldMk cId="604794946" sldId="361"/>
            <ac:spMk id="2" creationId="{BFFDC2A5-CDCC-C8FE-E896-2962700DDC45}"/>
          </ac:spMkLst>
        </pc:spChg>
        <pc:spChg chg="mod">
          <ac:chgData name="Warren Feltmate" userId="06ccb0c333b4239d" providerId="LiveId" clId="{03AE7F1B-5448-4088-B76F-C7E50547C3EB}" dt="2026-01-09T06:35:50.903" v="1593" actId="14100"/>
          <ac:spMkLst>
            <pc:docMk/>
            <pc:sldMk cId="604794946" sldId="361"/>
            <ac:spMk id="5" creationId="{9A1813C6-8A1A-8DD7-E379-E3E6DA658A7A}"/>
          </ac:spMkLst>
        </pc:spChg>
        <pc:picChg chg="mod">
          <ac:chgData name="Warren Feltmate" userId="06ccb0c333b4239d" providerId="LiveId" clId="{03AE7F1B-5448-4088-B76F-C7E50547C3EB}" dt="2026-01-09T06:34:42.836" v="1581" actId="12788"/>
          <ac:picMkLst>
            <pc:docMk/>
            <pc:sldMk cId="604794946" sldId="361"/>
            <ac:picMk id="4" creationId="{B6F9580C-F512-1974-F12D-64C0F38B0894}"/>
          </ac:picMkLst>
        </pc:picChg>
      </pc:sldChg>
      <pc:sldChg chg="modSp add mod">
        <pc:chgData name="Warren Feltmate" userId="06ccb0c333b4239d" providerId="LiveId" clId="{03AE7F1B-5448-4088-B76F-C7E50547C3EB}" dt="2026-01-09T06:36:34.555" v="1628" actId="20577"/>
        <pc:sldMkLst>
          <pc:docMk/>
          <pc:sldMk cId="2254617459" sldId="362"/>
        </pc:sldMkLst>
        <pc:spChg chg="mod">
          <ac:chgData name="Warren Feltmate" userId="06ccb0c333b4239d" providerId="LiveId" clId="{03AE7F1B-5448-4088-B76F-C7E50547C3EB}" dt="2026-01-09T06:36:34.555" v="1628" actId="20577"/>
          <ac:spMkLst>
            <pc:docMk/>
            <pc:sldMk cId="2254617459" sldId="362"/>
            <ac:spMk id="2" creationId="{305A14E8-0938-3274-B0D9-19760CC4CBCE}"/>
          </ac:spMkLst>
        </pc:spChg>
      </pc:sldChg>
    </pc:docChg>
  </pc:docChgLst>
  <pc:docChgLst>
    <pc:chgData name="Warren Feltmate" userId="06ccb0c333b4239d" providerId="LiveId" clId="{0003C985-05BB-4E6A-864A-E4FED89177B4}"/>
    <pc:docChg chg="undo redo custSel addSld delSld modSld sldOrd delMainMaster">
      <pc:chgData name="Warren Feltmate" userId="06ccb0c333b4239d" providerId="LiveId" clId="{0003C985-05BB-4E6A-864A-E4FED89177B4}" dt="2026-01-18T16:42:48.081" v="13239" actId="14100"/>
      <pc:docMkLst>
        <pc:docMk/>
      </pc:docMkLst>
      <pc:sldChg chg="modSp mod">
        <pc:chgData name="Warren Feltmate" userId="06ccb0c333b4239d" providerId="LiveId" clId="{0003C985-05BB-4E6A-864A-E4FED89177B4}" dt="2026-01-18T15:03:11.681" v="11311" actId="1076"/>
        <pc:sldMkLst>
          <pc:docMk/>
          <pc:sldMk cId="0" sldId="258"/>
        </pc:sldMkLst>
        <pc:spChg chg="mod">
          <ac:chgData name="Warren Feltmate" userId="06ccb0c333b4239d" providerId="LiveId" clId="{0003C985-05BB-4E6A-864A-E4FED89177B4}" dt="2026-01-18T14:13:13.750" v="8175" actId="1076"/>
          <ac:spMkLst>
            <pc:docMk/>
            <pc:sldMk cId="0" sldId="258"/>
            <ac:spMk id="501" creationId="{00000000-0000-0000-0000-000000000000}"/>
          </ac:spMkLst>
        </pc:spChg>
        <pc:spChg chg="mod">
          <ac:chgData name="Warren Feltmate" userId="06ccb0c333b4239d" providerId="LiveId" clId="{0003C985-05BB-4E6A-864A-E4FED89177B4}" dt="2026-01-09T14:28:41.528" v="5626" actId="1076"/>
          <ac:spMkLst>
            <pc:docMk/>
            <pc:sldMk cId="0" sldId="258"/>
            <ac:spMk id="502" creationId="{00000000-0000-0000-0000-000000000000}"/>
          </ac:spMkLst>
        </pc:spChg>
        <pc:spChg chg="mod">
          <ac:chgData name="Warren Feltmate" userId="06ccb0c333b4239d" providerId="LiveId" clId="{0003C985-05BB-4E6A-864A-E4FED89177B4}" dt="2026-01-18T15:03:01.688" v="11310" actId="14100"/>
          <ac:spMkLst>
            <pc:docMk/>
            <pc:sldMk cId="0" sldId="258"/>
            <ac:spMk id="503" creationId="{00000000-0000-0000-0000-000000000000}"/>
          </ac:spMkLst>
        </pc:spChg>
        <pc:spChg chg="mod">
          <ac:chgData name="Warren Feltmate" userId="06ccb0c333b4239d" providerId="LiveId" clId="{0003C985-05BB-4E6A-864A-E4FED89177B4}" dt="2026-01-18T14:13:25.752" v="8176" actId="14100"/>
          <ac:spMkLst>
            <pc:docMk/>
            <pc:sldMk cId="0" sldId="258"/>
            <ac:spMk id="504" creationId="{00000000-0000-0000-0000-000000000000}"/>
          </ac:spMkLst>
        </pc:spChg>
        <pc:spChg chg="mod">
          <ac:chgData name="Warren Feltmate" userId="06ccb0c333b4239d" providerId="LiveId" clId="{0003C985-05BB-4E6A-864A-E4FED89177B4}" dt="2026-01-18T15:03:11.681" v="11311" actId="1076"/>
          <ac:spMkLst>
            <pc:docMk/>
            <pc:sldMk cId="0" sldId="258"/>
            <ac:spMk id="505" creationId="{00000000-0000-0000-0000-000000000000}"/>
          </ac:spMkLst>
        </pc:spChg>
        <pc:spChg chg="mod">
          <ac:chgData name="Warren Feltmate" userId="06ccb0c333b4239d" providerId="LiveId" clId="{0003C985-05BB-4E6A-864A-E4FED89177B4}" dt="2026-01-18T15:03:11.681" v="11311" actId="1076"/>
          <ac:spMkLst>
            <pc:docMk/>
            <pc:sldMk cId="0" sldId="258"/>
            <ac:spMk id="506" creationId="{00000000-0000-0000-0000-000000000000}"/>
          </ac:spMkLst>
        </pc:spChg>
        <pc:spChg chg="mod">
          <ac:chgData name="Warren Feltmate" userId="06ccb0c333b4239d" providerId="LiveId" clId="{0003C985-05BB-4E6A-864A-E4FED89177B4}" dt="2026-01-18T15:03:11.681" v="11311" actId="1076"/>
          <ac:spMkLst>
            <pc:docMk/>
            <pc:sldMk cId="0" sldId="258"/>
            <ac:spMk id="507" creationId="{00000000-0000-0000-0000-000000000000}"/>
          </ac:spMkLst>
        </pc:spChg>
        <pc:spChg chg="mod">
          <ac:chgData name="Warren Feltmate" userId="06ccb0c333b4239d" providerId="LiveId" clId="{0003C985-05BB-4E6A-864A-E4FED89177B4}" dt="2026-01-18T15:03:11.681" v="11311" actId="1076"/>
          <ac:spMkLst>
            <pc:docMk/>
            <pc:sldMk cId="0" sldId="258"/>
            <ac:spMk id="508" creationId="{00000000-0000-0000-0000-000000000000}"/>
          </ac:spMkLst>
        </pc:spChg>
        <pc:spChg chg="mod">
          <ac:chgData name="Warren Feltmate" userId="06ccb0c333b4239d" providerId="LiveId" clId="{0003C985-05BB-4E6A-864A-E4FED89177B4}" dt="2026-01-18T14:13:13.750" v="8175" actId="1076"/>
          <ac:spMkLst>
            <pc:docMk/>
            <pc:sldMk cId="0" sldId="258"/>
            <ac:spMk id="509" creationId="{00000000-0000-0000-0000-000000000000}"/>
          </ac:spMkLst>
        </pc:spChg>
        <pc:spChg chg="mod">
          <ac:chgData name="Warren Feltmate" userId="06ccb0c333b4239d" providerId="LiveId" clId="{0003C985-05BB-4E6A-864A-E4FED89177B4}" dt="2026-01-09T14:28:41.528" v="5626" actId="1076"/>
          <ac:spMkLst>
            <pc:docMk/>
            <pc:sldMk cId="0" sldId="258"/>
            <ac:spMk id="510" creationId="{00000000-0000-0000-0000-000000000000}"/>
          </ac:spMkLst>
        </pc:spChg>
        <pc:spChg chg="mod">
          <ac:chgData name="Warren Feltmate" userId="06ccb0c333b4239d" providerId="LiveId" clId="{0003C985-05BB-4E6A-864A-E4FED89177B4}" dt="2026-01-18T15:03:11.681" v="11311" actId="1076"/>
          <ac:spMkLst>
            <pc:docMk/>
            <pc:sldMk cId="0" sldId="258"/>
            <ac:spMk id="511" creationId="{00000000-0000-0000-0000-000000000000}"/>
          </ac:spMkLst>
        </pc:spChg>
        <pc:spChg chg="mod">
          <ac:chgData name="Warren Feltmate" userId="06ccb0c333b4239d" providerId="LiveId" clId="{0003C985-05BB-4E6A-864A-E4FED89177B4}" dt="2026-01-18T15:03:11.681" v="11311" actId="1076"/>
          <ac:spMkLst>
            <pc:docMk/>
            <pc:sldMk cId="0" sldId="258"/>
            <ac:spMk id="512" creationId="{00000000-0000-0000-0000-000000000000}"/>
          </ac:spMkLst>
        </pc:spChg>
      </pc:sldChg>
      <pc:sldChg chg="delSp mod">
        <pc:chgData name="Warren Feltmate" userId="06ccb0c333b4239d" providerId="LiveId" clId="{0003C985-05BB-4E6A-864A-E4FED89177B4}" dt="2026-01-09T15:00:27.470" v="7726" actId="478"/>
        <pc:sldMkLst>
          <pc:docMk/>
          <pc:sldMk cId="0" sldId="266"/>
        </pc:sldMkLst>
      </pc:sldChg>
      <pc:sldChg chg="modSp mod">
        <pc:chgData name="Warren Feltmate" userId="06ccb0c333b4239d" providerId="LiveId" clId="{0003C985-05BB-4E6A-864A-E4FED89177B4}" dt="2026-01-13T15:58:51.952" v="7888" actId="123"/>
        <pc:sldMkLst>
          <pc:docMk/>
          <pc:sldMk cId="2917893597" sldId="349"/>
        </pc:sldMkLst>
        <pc:spChg chg="mod">
          <ac:chgData name="Warren Feltmate" userId="06ccb0c333b4239d" providerId="LiveId" clId="{0003C985-05BB-4E6A-864A-E4FED89177B4}" dt="2026-01-13T15:58:51.952" v="7888" actId="123"/>
          <ac:spMkLst>
            <pc:docMk/>
            <pc:sldMk cId="2917893597" sldId="349"/>
            <ac:spMk id="8" creationId="{C29560D5-8DBB-17DF-04E5-DB7B80D1D493}"/>
          </ac:spMkLst>
        </pc:spChg>
        <pc:spChg chg="mod">
          <ac:chgData name="Warren Feltmate" userId="06ccb0c333b4239d" providerId="LiveId" clId="{0003C985-05BB-4E6A-864A-E4FED89177B4}" dt="2026-01-13T15:58:48.708" v="7887" actId="123"/>
          <ac:spMkLst>
            <pc:docMk/>
            <pc:sldMk cId="2917893597" sldId="349"/>
            <ac:spMk id="541" creationId="{AA6797CA-9EA2-0169-F754-5EC0A8837EC8}"/>
          </ac:spMkLst>
        </pc:spChg>
      </pc:sldChg>
      <pc:sldChg chg="addSp delSp modSp mod">
        <pc:chgData name="Warren Feltmate" userId="06ccb0c333b4239d" providerId="LiveId" clId="{0003C985-05BB-4E6A-864A-E4FED89177B4}" dt="2026-01-18T16:03:24.375" v="12007" actId="14100"/>
        <pc:sldMkLst>
          <pc:docMk/>
          <pc:sldMk cId="2547044681" sldId="351"/>
        </pc:sldMkLst>
        <pc:spChg chg="add mod">
          <ac:chgData name="Warren Feltmate" userId="06ccb0c333b4239d" providerId="LiveId" clId="{0003C985-05BB-4E6A-864A-E4FED89177B4}" dt="2026-01-18T15:55:51.536" v="11325"/>
          <ac:spMkLst>
            <pc:docMk/>
            <pc:sldMk cId="2547044681" sldId="351"/>
            <ac:spMk id="4" creationId="{DFEFD5CC-DAA2-3BF2-F406-24C2EB029A99}"/>
          </ac:spMkLst>
        </pc:spChg>
        <pc:spChg chg="mod">
          <ac:chgData name="Warren Feltmate" userId="06ccb0c333b4239d" providerId="LiveId" clId="{0003C985-05BB-4E6A-864A-E4FED89177B4}" dt="2026-01-18T15:04:16.467" v="11320" actId="164"/>
          <ac:spMkLst>
            <pc:docMk/>
            <pc:sldMk cId="2547044681" sldId="351"/>
            <ac:spMk id="9" creationId="{945587FE-D7FA-F467-ED3A-1B49E92B04A1}"/>
          </ac:spMkLst>
        </pc:spChg>
        <pc:spChg chg="mod">
          <ac:chgData name="Warren Feltmate" userId="06ccb0c333b4239d" providerId="LiveId" clId="{0003C985-05BB-4E6A-864A-E4FED89177B4}" dt="2026-01-18T15:58:54.766" v="11732"/>
          <ac:spMkLst>
            <pc:docMk/>
            <pc:sldMk cId="2547044681" sldId="351"/>
            <ac:spMk id="12" creationId="{945587FE-D7FA-F467-ED3A-1B49E92B04A1}"/>
          </ac:spMkLst>
        </pc:spChg>
        <pc:spChg chg="add mod">
          <ac:chgData name="Warren Feltmate" userId="06ccb0c333b4239d" providerId="LiveId" clId="{0003C985-05BB-4E6A-864A-E4FED89177B4}" dt="2026-01-18T16:01:20.509" v="11982"/>
          <ac:spMkLst>
            <pc:docMk/>
            <pc:sldMk cId="2547044681" sldId="351"/>
            <ac:spMk id="14" creationId="{1F4AE881-7871-4B01-88DC-0DE52F452027}"/>
          </ac:spMkLst>
        </pc:spChg>
        <pc:spChg chg="add mod">
          <ac:chgData name="Warren Feltmate" userId="06ccb0c333b4239d" providerId="LiveId" clId="{0003C985-05BB-4E6A-864A-E4FED89177B4}" dt="2026-01-18T16:01:37.533" v="11985"/>
          <ac:spMkLst>
            <pc:docMk/>
            <pc:sldMk cId="2547044681" sldId="351"/>
            <ac:spMk id="16" creationId="{580473FE-CAFB-4A75-9FC9-A81647FAE6DD}"/>
          </ac:spMkLst>
        </pc:spChg>
        <pc:spChg chg="add mod">
          <ac:chgData name="Warren Feltmate" userId="06ccb0c333b4239d" providerId="LiveId" clId="{0003C985-05BB-4E6A-864A-E4FED89177B4}" dt="2026-01-18T16:02:04.919" v="11992"/>
          <ac:spMkLst>
            <pc:docMk/>
            <pc:sldMk cId="2547044681" sldId="351"/>
            <ac:spMk id="18" creationId="{580473FE-CAFB-4A75-9FC9-A81647FAE6DD}"/>
          </ac:spMkLst>
        </pc:spChg>
        <pc:spChg chg="add mod">
          <ac:chgData name="Warren Feltmate" userId="06ccb0c333b4239d" providerId="LiveId" clId="{0003C985-05BB-4E6A-864A-E4FED89177B4}" dt="2026-01-18T16:02:42.863" v="11998" actId="164"/>
          <ac:spMkLst>
            <pc:docMk/>
            <pc:sldMk cId="2547044681" sldId="351"/>
            <ac:spMk id="19" creationId="{210ADB58-EA88-612E-39E1-40219B81932F}"/>
          </ac:spMkLst>
        </pc:spChg>
        <pc:spChg chg="mod">
          <ac:chgData name="Warren Feltmate" userId="06ccb0c333b4239d" providerId="LiveId" clId="{0003C985-05BB-4E6A-864A-E4FED89177B4}" dt="2026-01-18T16:00:49.761" v="11977" actId="20577"/>
          <ac:spMkLst>
            <pc:docMk/>
            <pc:sldMk cId="2547044681" sldId="351"/>
            <ac:spMk id="541" creationId="{064A7410-78AF-5A22-5053-858163DCA89F}"/>
          </ac:spMkLst>
        </pc:spChg>
        <pc:grpChg chg="add del mod">
          <ac:chgData name="Warren Feltmate" userId="06ccb0c333b4239d" providerId="LiveId" clId="{0003C985-05BB-4E6A-864A-E4FED89177B4}" dt="2026-01-18T15:58:54.349" v="11731" actId="21"/>
          <ac:grpSpMkLst>
            <pc:docMk/>
            <pc:sldMk cId="2547044681" sldId="351"/>
            <ac:grpSpMk id="3" creationId="{C888D3C7-700A-CED7-15DF-9C26EE91EC8F}"/>
          </ac:grpSpMkLst>
        </pc:grpChg>
        <pc:grpChg chg="add mod">
          <ac:chgData name="Warren Feltmate" userId="06ccb0c333b4239d" providerId="LiveId" clId="{0003C985-05BB-4E6A-864A-E4FED89177B4}" dt="2026-01-18T15:58:54.766" v="11732"/>
          <ac:grpSpMkLst>
            <pc:docMk/>
            <pc:sldMk cId="2547044681" sldId="351"/>
            <ac:grpSpMk id="8" creationId="{C888D3C7-700A-CED7-15DF-9C26EE91EC8F}"/>
          </ac:grpSpMkLst>
        </pc:grpChg>
        <pc:grpChg chg="add mod">
          <ac:chgData name="Warren Feltmate" userId="06ccb0c333b4239d" providerId="LiveId" clId="{0003C985-05BB-4E6A-864A-E4FED89177B4}" dt="2026-01-18T16:03:24.375" v="12007" actId="14100"/>
          <ac:grpSpMkLst>
            <pc:docMk/>
            <pc:sldMk cId="2547044681" sldId="351"/>
            <ac:grpSpMk id="20" creationId="{DDB1F64A-E299-5045-131D-4889697948D1}"/>
          </ac:grpSpMkLst>
        </pc:grpChg>
        <pc:picChg chg="mod">
          <ac:chgData name="Warren Feltmate" userId="06ccb0c333b4239d" providerId="LiveId" clId="{0003C985-05BB-4E6A-864A-E4FED89177B4}" dt="2026-01-18T15:04:16.467" v="11320" actId="164"/>
          <ac:picMkLst>
            <pc:docMk/>
            <pc:sldMk cId="2547044681" sldId="351"/>
            <ac:picMk id="5" creationId="{AF954C4B-66EB-EB1A-10E5-A52296D00E34}"/>
          </ac:picMkLst>
        </pc:picChg>
        <pc:picChg chg="add mod">
          <ac:chgData name="Warren Feltmate" userId="06ccb0c333b4239d" providerId="LiveId" clId="{0003C985-05BB-4E6A-864A-E4FED89177B4}" dt="2026-01-18T16:03:14.338" v="12005" actId="1076"/>
          <ac:picMkLst>
            <pc:docMk/>
            <pc:sldMk cId="2547044681" sldId="351"/>
            <ac:picMk id="6" creationId="{A76F2D25-D066-FE19-6142-9515B6C55411}"/>
          </ac:picMkLst>
        </pc:picChg>
        <pc:picChg chg="mod">
          <ac:chgData name="Warren Feltmate" userId="06ccb0c333b4239d" providerId="LiveId" clId="{0003C985-05BB-4E6A-864A-E4FED89177B4}" dt="2026-01-18T15:04:16.467" v="11320" actId="164"/>
          <ac:picMkLst>
            <pc:docMk/>
            <pc:sldMk cId="2547044681" sldId="351"/>
            <ac:picMk id="7" creationId="{60DF0852-C792-3BBE-A4B2-1C63F6299200}"/>
          </ac:picMkLst>
        </pc:picChg>
        <pc:picChg chg="mod">
          <ac:chgData name="Warren Feltmate" userId="06ccb0c333b4239d" providerId="LiveId" clId="{0003C985-05BB-4E6A-864A-E4FED89177B4}" dt="2026-01-18T15:58:54.766" v="11732"/>
          <ac:picMkLst>
            <pc:docMk/>
            <pc:sldMk cId="2547044681" sldId="351"/>
            <ac:picMk id="10" creationId="{AF954C4B-66EB-EB1A-10E5-A52296D00E34}"/>
          </ac:picMkLst>
        </pc:picChg>
        <pc:picChg chg="mod">
          <ac:chgData name="Warren Feltmate" userId="06ccb0c333b4239d" providerId="LiveId" clId="{0003C985-05BB-4E6A-864A-E4FED89177B4}" dt="2026-01-18T15:58:54.766" v="11732"/>
          <ac:picMkLst>
            <pc:docMk/>
            <pc:sldMk cId="2547044681" sldId="351"/>
            <ac:picMk id="11" creationId="{60DF0852-C792-3BBE-A4B2-1C63F6299200}"/>
          </ac:picMkLst>
        </pc:picChg>
        <pc:picChg chg="add mod">
          <ac:chgData name="Warren Feltmate" userId="06ccb0c333b4239d" providerId="LiveId" clId="{0003C985-05BB-4E6A-864A-E4FED89177B4}" dt="2026-01-18T16:03:00.269" v="12002" actId="12788"/>
          <ac:picMkLst>
            <pc:docMk/>
            <pc:sldMk cId="2547044681" sldId="351"/>
            <ac:picMk id="13" creationId="{290047D0-EB29-36D3-E150-65505A6C48E4}"/>
          </ac:picMkLst>
        </pc:picChg>
        <pc:picChg chg="add mod">
          <ac:chgData name="Warren Feltmate" userId="06ccb0c333b4239d" providerId="LiveId" clId="{0003C985-05BB-4E6A-864A-E4FED89177B4}" dt="2026-01-18T16:02:42.863" v="11998" actId="164"/>
          <ac:picMkLst>
            <pc:docMk/>
            <pc:sldMk cId="2547044681" sldId="351"/>
            <ac:picMk id="15" creationId="{C710580B-A847-BCC8-C8F2-4B2BF12D4327}"/>
          </ac:picMkLst>
        </pc:picChg>
        <pc:picChg chg="add mod">
          <ac:chgData name="Warren Feltmate" userId="06ccb0c333b4239d" providerId="LiveId" clId="{0003C985-05BB-4E6A-864A-E4FED89177B4}" dt="2026-01-18T16:02:42.863" v="11998" actId="164"/>
          <ac:picMkLst>
            <pc:docMk/>
            <pc:sldMk cId="2547044681" sldId="351"/>
            <ac:picMk id="17" creationId="{8DCB4CC6-D60C-335B-E9AD-0C23664BA6F7}"/>
          </ac:picMkLst>
        </pc:picChg>
      </pc:sldChg>
      <pc:sldChg chg="addSp delSp modSp mod">
        <pc:chgData name="Warren Feltmate" userId="06ccb0c333b4239d" providerId="LiveId" clId="{0003C985-05BB-4E6A-864A-E4FED89177B4}" dt="2026-01-18T16:05:22.642" v="12018" actId="20577"/>
        <pc:sldMkLst>
          <pc:docMk/>
          <pc:sldMk cId="2695867809" sldId="352"/>
        </pc:sldMkLst>
        <pc:spChg chg="mod">
          <ac:chgData name="Warren Feltmate" userId="06ccb0c333b4239d" providerId="LiveId" clId="{0003C985-05BB-4E6A-864A-E4FED89177B4}" dt="2026-01-18T16:05:22.642" v="12018" actId="20577"/>
          <ac:spMkLst>
            <pc:docMk/>
            <pc:sldMk cId="2695867809" sldId="352"/>
            <ac:spMk id="2" creationId="{82A6090D-60A0-3047-AEB4-8DCE2AD4B40D}"/>
          </ac:spMkLst>
        </pc:spChg>
        <pc:spChg chg="mod">
          <ac:chgData name="Warren Feltmate" userId="06ccb0c333b4239d" providerId="LiveId" clId="{0003C985-05BB-4E6A-864A-E4FED89177B4}" dt="2026-01-13T16:02:38.393" v="7930" actId="123"/>
          <ac:spMkLst>
            <pc:docMk/>
            <pc:sldMk cId="2695867809" sldId="352"/>
            <ac:spMk id="541" creationId="{B079EF2A-D096-2488-93E4-A233E0995B69}"/>
          </ac:spMkLst>
        </pc:spChg>
        <pc:picChg chg="add mod">
          <ac:chgData name="Warren Feltmate" userId="06ccb0c333b4239d" providerId="LiveId" clId="{0003C985-05BB-4E6A-864A-E4FED89177B4}" dt="2026-01-18T16:04:27.260" v="12008" actId="14826"/>
          <ac:picMkLst>
            <pc:docMk/>
            <pc:sldMk cId="2695867809" sldId="352"/>
            <ac:picMk id="3" creationId="{0135F4A2-D50F-D1CE-362E-C4694CA866B1}"/>
          </ac:picMkLst>
        </pc:picChg>
      </pc:sldChg>
      <pc:sldChg chg="modSp mod">
        <pc:chgData name="Warren Feltmate" userId="06ccb0c333b4239d" providerId="LiveId" clId="{0003C985-05BB-4E6A-864A-E4FED89177B4}" dt="2026-01-18T16:42:48.081" v="13239" actId="14100"/>
        <pc:sldMkLst>
          <pc:docMk/>
          <pc:sldMk cId="1814432352" sldId="353"/>
        </pc:sldMkLst>
        <pc:spChg chg="mod">
          <ac:chgData name="Warren Feltmate" userId="06ccb0c333b4239d" providerId="LiveId" clId="{0003C985-05BB-4E6A-864A-E4FED89177B4}" dt="2026-01-18T16:05:12.118" v="12013" actId="20577"/>
          <ac:spMkLst>
            <pc:docMk/>
            <pc:sldMk cId="1814432352" sldId="353"/>
            <ac:spMk id="2" creationId="{AF192BEA-1841-AF88-021A-FE69AD482DE8}"/>
          </ac:spMkLst>
        </pc:spChg>
        <pc:spChg chg="mod">
          <ac:chgData name="Warren Feltmate" userId="06ccb0c333b4239d" providerId="LiveId" clId="{0003C985-05BB-4E6A-864A-E4FED89177B4}" dt="2026-01-18T16:42:48.081" v="13239" actId="14100"/>
          <ac:spMkLst>
            <pc:docMk/>
            <pc:sldMk cId="1814432352" sldId="353"/>
            <ac:spMk id="541" creationId="{F4078946-AD99-C0AB-17DB-9A8D52C8EE04}"/>
          </ac:spMkLst>
        </pc:spChg>
        <pc:picChg chg="mod">
          <ac:chgData name="Warren Feltmate" userId="06ccb0c333b4239d" providerId="LiveId" clId="{0003C985-05BB-4E6A-864A-E4FED89177B4}" dt="2026-01-18T16:05:30.360" v="12019" actId="14826"/>
          <ac:picMkLst>
            <pc:docMk/>
            <pc:sldMk cId="1814432352" sldId="353"/>
            <ac:picMk id="8" creationId="{C11EF753-9869-84FD-E9FF-7CDEBA5C56F6}"/>
          </ac:picMkLst>
        </pc:picChg>
      </pc:sldChg>
      <pc:sldChg chg="modSp mod">
        <pc:chgData name="Warren Feltmate" userId="06ccb0c333b4239d" providerId="LiveId" clId="{0003C985-05BB-4E6A-864A-E4FED89177B4}" dt="2026-01-09T15:11:44.328" v="7882" actId="1076"/>
        <pc:sldMkLst>
          <pc:docMk/>
          <pc:sldMk cId="1848961028" sldId="357"/>
        </pc:sldMkLst>
        <pc:spChg chg="mod">
          <ac:chgData name="Warren Feltmate" userId="06ccb0c333b4239d" providerId="LiveId" clId="{0003C985-05BB-4E6A-864A-E4FED89177B4}" dt="2026-01-09T15:11:44.328" v="7882" actId="1076"/>
          <ac:spMkLst>
            <pc:docMk/>
            <pc:sldMk cId="1848961028" sldId="357"/>
            <ac:spMk id="541" creationId="{B37C82EC-F21F-CAD7-EAF7-DBB36E0D046E}"/>
          </ac:spMkLst>
        </pc:spChg>
      </pc:sldChg>
      <pc:sldChg chg="modSp mod">
        <pc:chgData name="Warren Feltmate" userId="06ccb0c333b4239d" providerId="LiveId" clId="{0003C985-05BB-4E6A-864A-E4FED89177B4}" dt="2026-01-13T16:05:38.569" v="7973" actId="948"/>
        <pc:sldMkLst>
          <pc:docMk/>
          <pc:sldMk cId="3641218691" sldId="358"/>
        </pc:sldMkLst>
        <pc:spChg chg="mod">
          <ac:chgData name="Warren Feltmate" userId="06ccb0c333b4239d" providerId="LiveId" clId="{0003C985-05BB-4E6A-864A-E4FED89177B4}" dt="2026-01-13T16:05:38.569" v="7973" actId="948"/>
          <ac:spMkLst>
            <pc:docMk/>
            <pc:sldMk cId="3641218691" sldId="358"/>
            <ac:spMk id="5" creationId="{4E8CB78F-FEED-04D4-A8B6-1A1D6D74CAD8}"/>
          </ac:spMkLst>
        </pc:spChg>
      </pc:sldChg>
      <pc:sldChg chg="modSp mod">
        <pc:chgData name="Warren Feltmate" userId="06ccb0c333b4239d" providerId="LiveId" clId="{0003C985-05BB-4E6A-864A-E4FED89177B4}" dt="2026-01-13T16:10:33.642" v="8074" actId="20577"/>
        <pc:sldMkLst>
          <pc:docMk/>
          <pc:sldMk cId="3140545589" sldId="359"/>
        </pc:sldMkLst>
        <pc:spChg chg="mod">
          <ac:chgData name="Warren Feltmate" userId="06ccb0c333b4239d" providerId="LiveId" clId="{0003C985-05BB-4E6A-864A-E4FED89177B4}" dt="2026-01-13T16:10:33.642" v="8074" actId="20577"/>
          <ac:spMkLst>
            <pc:docMk/>
            <pc:sldMk cId="3140545589" sldId="359"/>
            <ac:spMk id="5" creationId="{7BC01FF9-E98A-AE6F-1CAE-E73E582DDD2F}"/>
          </ac:spMkLst>
        </pc:spChg>
        <pc:picChg chg="mod">
          <ac:chgData name="Warren Feltmate" userId="06ccb0c333b4239d" providerId="LiveId" clId="{0003C985-05BB-4E6A-864A-E4FED89177B4}" dt="2026-01-13T16:09:12.525" v="8034" actId="1076"/>
          <ac:picMkLst>
            <pc:docMk/>
            <pc:sldMk cId="3140545589" sldId="359"/>
            <ac:picMk id="6" creationId="{FAB35FC8-18A1-63AC-D503-8B36D0E0933A}"/>
          </ac:picMkLst>
        </pc:picChg>
      </pc:sldChg>
      <pc:sldChg chg="modSp mod">
        <pc:chgData name="Warren Feltmate" userId="06ccb0c333b4239d" providerId="LiveId" clId="{0003C985-05BB-4E6A-864A-E4FED89177B4}" dt="2026-01-13T16:11:21.379" v="8088" actId="20577"/>
        <pc:sldMkLst>
          <pc:docMk/>
          <pc:sldMk cId="1259636299" sldId="360"/>
        </pc:sldMkLst>
        <pc:spChg chg="mod">
          <ac:chgData name="Warren Feltmate" userId="06ccb0c333b4239d" providerId="LiveId" clId="{0003C985-05BB-4E6A-864A-E4FED89177B4}" dt="2026-01-13T16:11:21.379" v="8088" actId="20577"/>
          <ac:spMkLst>
            <pc:docMk/>
            <pc:sldMk cId="1259636299" sldId="360"/>
            <ac:spMk id="5" creationId="{F5DCC67F-0794-B8FC-B072-CD9E8203287A}"/>
          </ac:spMkLst>
        </pc:spChg>
      </pc:sldChg>
      <pc:sldChg chg="modSp mod">
        <pc:chgData name="Warren Feltmate" userId="06ccb0c333b4239d" providerId="LiveId" clId="{0003C985-05BB-4E6A-864A-E4FED89177B4}" dt="2026-01-13T16:12:51.657" v="8108" actId="948"/>
        <pc:sldMkLst>
          <pc:docMk/>
          <pc:sldMk cId="604794946" sldId="361"/>
        </pc:sldMkLst>
        <pc:spChg chg="mod">
          <ac:chgData name="Warren Feltmate" userId="06ccb0c333b4239d" providerId="LiveId" clId="{0003C985-05BB-4E6A-864A-E4FED89177B4}" dt="2026-01-09T11:20:55.608" v="869" actId="20577"/>
          <ac:spMkLst>
            <pc:docMk/>
            <pc:sldMk cId="604794946" sldId="361"/>
            <ac:spMk id="2" creationId="{BFFDC2A5-CDCC-C8FE-E896-2962700DDC45}"/>
          </ac:spMkLst>
        </pc:spChg>
        <pc:spChg chg="mod">
          <ac:chgData name="Warren Feltmate" userId="06ccb0c333b4239d" providerId="LiveId" clId="{0003C985-05BB-4E6A-864A-E4FED89177B4}" dt="2026-01-13T16:12:51.657" v="8108" actId="948"/>
          <ac:spMkLst>
            <pc:docMk/>
            <pc:sldMk cId="604794946" sldId="361"/>
            <ac:spMk id="5" creationId="{9A1813C6-8A1A-8DD7-E379-E3E6DA658A7A}"/>
          </ac:spMkLst>
        </pc:spChg>
      </pc:sldChg>
      <pc:sldChg chg="addSp delSp modSp mod">
        <pc:chgData name="Warren Feltmate" userId="06ccb0c333b4239d" providerId="LiveId" clId="{0003C985-05BB-4E6A-864A-E4FED89177B4}" dt="2026-01-13T16:13:39.068" v="8133" actId="123"/>
        <pc:sldMkLst>
          <pc:docMk/>
          <pc:sldMk cId="2254617459" sldId="362"/>
        </pc:sldMkLst>
        <pc:spChg chg="mod">
          <ac:chgData name="Warren Feltmate" userId="06ccb0c333b4239d" providerId="LiveId" clId="{0003C985-05BB-4E6A-864A-E4FED89177B4}" dt="2026-01-09T11:20:51.077" v="868" actId="20577"/>
          <ac:spMkLst>
            <pc:docMk/>
            <pc:sldMk cId="2254617459" sldId="362"/>
            <ac:spMk id="2" creationId="{305A14E8-0938-3274-B0D9-19760CC4CBCE}"/>
          </ac:spMkLst>
        </pc:spChg>
        <pc:spChg chg="mod">
          <ac:chgData name="Warren Feltmate" userId="06ccb0c333b4239d" providerId="LiveId" clId="{0003C985-05BB-4E6A-864A-E4FED89177B4}" dt="2026-01-13T16:13:39.068" v="8133" actId="123"/>
          <ac:spMkLst>
            <pc:docMk/>
            <pc:sldMk cId="2254617459" sldId="362"/>
            <ac:spMk id="5" creationId="{B411420E-B893-C174-749B-BE0C2B800358}"/>
          </ac:spMkLst>
        </pc:spChg>
        <pc:spChg chg="add mod">
          <ac:chgData name="Warren Feltmate" userId="06ccb0c333b4239d" providerId="LiveId" clId="{0003C985-05BB-4E6A-864A-E4FED89177B4}" dt="2026-01-09T11:20:22.001" v="864" actId="1076"/>
          <ac:spMkLst>
            <pc:docMk/>
            <pc:sldMk cId="2254617459" sldId="362"/>
            <ac:spMk id="11" creationId="{DFD864F9-9728-CC77-A53C-1F78D040B251}"/>
          </ac:spMkLst>
        </pc:spChg>
        <pc:picChg chg="add mod">
          <ac:chgData name="Warren Feltmate" userId="06ccb0c333b4239d" providerId="LiveId" clId="{0003C985-05BB-4E6A-864A-E4FED89177B4}" dt="2026-01-09T11:20:00.851" v="860" actId="1076"/>
          <ac:picMkLst>
            <pc:docMk/>
            <pc:sldMk cId="2254617459" sldId="362"/>
            <ac:picMk id="6" creationId="{4D24A668-5ABE-A1C3-2285-65AF8D12C465}"/>
          </ac:picMkLst>
        </pc:picChg>
        <pc:picChg chg="add mod">
          <ac:chgData name="Warren Feltmate" userId="06ccb0c333b4239d" providerId="LiveId" clId="{0003C985-05BB-4E6A-864A-E4FED89177B4}" dt="2026-01-09T11:20:23.593" v="865" actId="1076"/>
          <ac:picMkLst>
            <pc:docMk/>
            <pc:sldMk cId="2254617459" sldId="362"/>
            <ac:picMk id="8" creationId="{47B40600-4E0E-5C5B-94C0-3FE8A8093238}"/>
          </ac:picMkLst>
        </pc:picChg>
      </pc:sldChg>
      <pc:sldChg chg="addSp delSp modSp add mod ord">
        <pc:chgData name="Warren Feltmate" userId="06ccb0c333b4239d" providerId="LiveId" clId="{0003C985-05BB-4E6A-864A-E4FED89177B4}" dt="2026-01-13T16:14:24.731" v="8145" actId="948"/>
        <pc:sldMkLst>
          <pc:docMk/>
          <pc:sldMk cId="4014289774" sldId="364"/>
        </pc:sldMkLst>
        <pc:spChg chg="mod">
          <ac:chgData name="Warren Feltmate" userId="06ccb0c333b4239d" providerId="LiveId" clId="{0003C985-05BB-4E6A-864A-E4FED89177B4}" dt="2026-01-09T11:22:02.537" v="902" actId="20577"/>
          <ac:spMkLst>
            <pc:docMk/>
            <pc:sldMk cId="4014289774" sldId="364"/>
            <ac:spMk id="2" creationId="{0A1BA437-9248-C393-56A0-DBA73505221B}"/>
          </ac:spMkLst>
        </pc:spChg>
        <pc:spChg chg="add mod">
          <ac:chgData name="Warren Feltmate" userId="06ccb0c333b4239d" providerId="LiveId" clId="{0003C985-05BB-4E6A-864A-E4FED89177B4}" dt="2026-01-09T13:39:32.639" v="2350" actId="1035"/>
          <ac:spMkLst>
            <pc:docMk/>
            <pc:sldMk cId="4014289774" sldId="364"/>
            <ac:spMk id="4" creationId="{9939BC94-B6E9-9EAA-C747-881F9B462EBE}"/>
          </ac:spMkLst>
        </pc:spChg>
        <pc:spChg chg="mod">
          <ac:chgData name="Warren Feltmate" userId="06ccb0c333b4239d" providerId="LiveId" clId="{0003C985-05BB-4E6A-864A-E4FED89177B4}" dt="2026-01-13T16:14:24.731" v="8145" actId="948"/>
          <ac:spMkLst>
            <pc:docMk/>
            <pc:sldMk cId="4014289774" sldId="364"/>
            <ac:spMk id="5" creationId="{D765A5DB-DEEC-55AD-9E0C-95F476B73500}"/>
          </ac:spMkLst>
        </pc:spChg>
        <pc:picChg chg="add mod">
          <ac:chgData name="Warren Feltmate" userId="06ccb0c333b4239d" providerId="LiveId" clId="{0003C985-05BB-4E6A-864A-E4FED89177B4}" dt="2026-01-09T11:22:32.268" v="908"/>
          <ac:picMkLst>
            <pc:docMk/>
            <pc:sldMk cId="4014289774" sldId="364"/>
            <ac:picMk id="3" creationId="{0D171945-D00F-1F35-5989-CCD2C67E03F9}"/>
          </ac:picMkLst>
        </pc:picChg>
      </pc:sldChg>
      <pc:sldChg chg="addSp delSp modSp add mod">
        <pc:chgData name="Warren Feltmate" userId="06ccb0c333b4239d" providerId="LiveId" clId="{0003C985-05BB-4E6A-864A-E4FED89177B4}" dt="2026-01-13T16:15:15.913" v="8158" actId="948"/>
        <pc:sldMkLst>
          <pc:docMk/>
          <pc:sldMk cId="3700209218" sldId="365"/>
        </pc:sldMkLst>
        <pc:spChg chg="mod">
          <ac:chgData name="Warren Feltmate" userId="06ccb0c333b4239d" providerId="LiveId" clId="{0003C985-05BB-4E6A-864A-E4FED89177B4}" dt="2026-01-13T16:15:15.913" v="8158" actId="948"/>
          <ac:spMkLst>
            <pc:docMk/>
            <pc:sldMk cId="3700209218" sldId="365"/>
            <ac:spMk id="5" creationId="{BC2E7AE5-FE8B-4BB1-BCD9-DB4FE60E9E32}"/>
          </ac:spMkLst>
        </pc:spChg>
        <pc:spChg chg="add mod">
          <ac:chgData name="Warren Feltmate" userId="06ccb0c333b4239d" providerId="LiveId" clId="{0003C985-05BB-4E6A-864A-E4FED89177B4}" dt="2026-01-09T13:54:26.651" v="3707" actId="1076"/>
          <ac:spMkLst>
            <pc:docMk/>
            <pc:sldMk cId="3700209218" sldId="365"/>
            <ac:spMk id="15" creationId="{66008697-59FE-DB46-CD3E-33FABCF9D66A}"/>
          </ac:spMkLst>
        </pc:spChg>
        <pc:spChg chg="add mod">
          <ac:chgData name="Warren Feltmate" userId="06ccb0c333b4239d" providerId="LiveId" clId="{0003C985-05BB-4E6A-864A-E4FED89177B4}" dt="2026-01-09T13:54:31.334" v="3708" actId="571"/>
          <ac:spMkLst>
            <pc:docMk/>
            <pc:sldMk cId="3700209218" sldId="365"/>
            <ac:spMk id="16" creationId="{68889241-50B2-E853-CA55-DAF944553475}"/>
          </ac:spMkLst>
        </pc:spChg>
        <pc:picChg chg="mod">
          <ac:chgData name="Warren Feltmate" userId="06ccb0c333b4239d" providerId="LiveId" clId="{0003C985-05BB-4E6A-864A-E4FED89177B4}" dt="2026-01-09T13:53:36.882" v="3690" actId="14100"/>
          <ac:picMkLst>
            <pc:docMk/>
            <pc:sldMk cId="3700209218" sldId="365"/>
            <ac:picMk id="3" creationId="{1B636876-6627-9DE5-9EF1-ADDB6CA72E60}"/>
          </ac:picMkLst>
        </pc:picChg>
        <pc:picChg chg="add mod">
          <ac:chgData name="Warren Feltmate" userId="06ccb0c333b4239d" providerId="LiveId" clId="{0003C985-05BB-4E6A-864A-E4FED89177B4}" dt="2026-01-09T13:55:33.880" v="3711" actId="207"/>
          <ac:picMkLst>
            <pc:docMk/>
            <pc:sldMk cId="3700209218" sldId="365"/>
            <ac:picMk id="7" creationId="{047A9C4C-7958-0FDD-54EA-A8F77A15665F}"/>
          </ac:picMkLst>
        </pc:picChg>
        <pc:picChg chg="add mod">
          <ac:chgData name="Warren Feltmate" userId="06ccb0c333b4239d" providerId="LiveId" clId="{0003C985-05BB-4E6A-864A-E4FED89177B4}" dt="2026-01-09T13:53:49.068" v="3699" actId="1076"/>
          <ac:picMkLst>
            <pc:docMk/>
            <pc:sldMk cId="3700209218" sldId="365"/>
            <ac:picMk id="9" creationId="{E8E50697-7824-90E5-7E80-3F54EE1DCC04}"/>
          </ac:picMkLst>
        </pc:picChg>
        <pc:picChg chg="add mod">
          <ac:chgData name="Warren Feltmate" userId="06ccb0c333b4239d" providerId="LiveId" clId="{0003C985-05BB-4E6A-864A-E4FED89177B4}" dt="2026-01-09T13:53:56.980" v="3700" actId="408"/>
          <ac:picMkLst>
            <pc:docMk/>
            <pc:sldMk cId="3700209218" sldId="365"/>
            <ac:picMk id="12" creationId="{5F8A6151-D68E-2405-FB27-00295C575374}"/>
          </ac:picMkLst>
        </pc:picChg>
      </pc:sldChg>
      <pc:sldChg chg="addSp delSp modSp add mod ord delAnim modAnim">
        <pc:chgData name="Warren Feltmate" userId="06ccb0c333b4239d" providerId="LiveId" clId="{0003C985-05BB-4E6A-864A-E4FED89177B4}" dt="2026-01-18T16:20:49.275" v="13237" actId="12789"/>
        <pc:sldMkLst>
          <pc:docMk/>
          <pc:sldMk cId="3512510432" sldId="366"/>
        </pc:sldMkLst>
        <pc:spChg chg="mod">
          <ac:chgData name="Warren Feltmate" userId="06ccb0c333b4239d" providerId="LiveId" clId="{0003C985-05BB-4E6A-864A-E4FED89177B4}" dt="2026-01-18T14:35:00.436" v="9303" actId="14100"/>
          <ac:spMkLst>
            <pc:docMk/>
            <pc:sldMk cId="3512510432" sldId="366"/>
            <ac:spMk id="2" creationId="{3402AAEC-60F6-BB9F-3B20-8FF8F84516FF}"/>
          </ac:spMkLst>
        </pc:spChg>
        <pc:spChg chg="add del mod">
          <ac:chgData name="Warren Feltmate" userId="06ccb0c333b4239d" providerId="LiveId" clId="{0003C985-05BB-4E6A-864A-E4FED89177B4}" dt="2026-01-18T14:34:30.524" v="9275" actId="478"/>
          <ac:spMkLst>
            <pc:docMk/>
            <pc:sldMk cId="3512510432" sldId="366"/>
            <ac:spMk id="3" creationId="{7AA998BE-DEDD-3741-978C-36F882138485}"/>
          </ac:spMkLst>
        </pc:spChg>
        <pc:spChg chg="add mod">
          <ac:chgData name="Warren Feltmate" userId="06ccb0c333b4239d" providerId="LiveId" clId="{0003C985-05BB-4E6A-864A-E4FED89177B4}" dt="2026-01-18T14:40:10.064" v="9623"/>
          <ac:spMkLst>
            <pc:docMk/>
            <pc:sldMk cId="3512510432" sldId="366"/>
            <ac:spMk id="4" creationId="{50323F17-72A5-5914-3170-A52E10E916DF}"/>
          </ac:spMkLst>
        </pc:spChg>
        <pc:spChg chg="mod">
          <ac:chgData name="Warren Feltmate" userId="06ccb0c333b4239d" providerId="LiveId" clId="{0003C985-05BB-4E6A-864A-E4FED89177B4}" dt="2026-01-18T16:20:49.275" v="13237" actId="12789"/>
          <ac:spMkLst>
            <pc:docMk/>
            <pc:sldMk cId="3512510432" sldId="366"/>
            <ac:spMk id="5" creationId="{4DE26EB4-FF7D-DB18-57EC-8C3ED2F1C6FF}"/>
          </ac:spMkLst>
        </pc:spChg>
        <pc:spChg chg="add del mod">
          <ac:chgData name="Warren Feltmate" userId="06ccb0c333b4239d" providerId="LiveId" clId="{0003C985-05BB-4E6A-864A-E4FED89177B4}" dt="2026-01-18T14:40:26.112" v="9626" actId="21"/>
          <ac:spMkLst>
            <pc:docMk/>
            <pc:sldMk cId="3512510432" sldId="366"/>
            <ac:spMk id="7" creationId="{112943F1-369A-7C68-37F6-039420B3A553}"/>
          </ac:spMkLst>
        </pc:spChg>
        <pc:spChg chg="add del mod">
          <ac:chgData name="Warren Feltmate" userId="06ccb0c333b4239d" providerId="LiveId" clId="{0003C985-05BB-4E6A-864A-E4FED89177B4}" dt="2026-01-18T14:40:26.112" v="9626" actId="21"/>
          <ac:spMkLst>
            <pc:docMk/>
            <pc:sldMk cId="3512510432" sldId="366"/>
            <ac:spMk id="8" creationId="{9E36729C-4244-8896-9A2A-33B5BB603112}"/>
          </ac:spMkLst>
        </pc:spChg>
        <pc:spChg chg="add mod">
          <ac:chgData name="Warren Feltmate" userId="06ccb0c333b4239d" providerId="LiveId" clId="{0003C985-05BB-4E6A-864A-E4FED89177B4}" dt="2026-01-18T14:40:37.520" v="9628"/>
          <ac:spMkLst>
            <pc:docMk/>
            <pc:sldMk cId="3512510432" sldId="366"/>
            <ac:spMk id="10" creationId="{9E36729C-4244-8896-9A2A-33B5BB603112}"/>
          </ac:spMkLst>
        </pc:spChg>
        <pc:spChg chg="add mod">
          <ac:chgData name="Warren Feltmate" userId="06ccb0c333b4239d" providerId="LiveId" clId="{0003C985-05BB-4E6A-864A-E4FED89177B4}" dt="2026-01-18T14:40:50.776" v="9631"/>
          <ac:spMkLst>
            <pc:docMk/>
            <pc:sldMk cId="3512510432" sldId="366"/>
            <ac:spMk id="12" creationId="{4E167E6F-B027-CEFC-E9CA-82D29B31F0AF}"/>
          </ac:spMkLst>
        </pc:spChg>
        <pc:spChg chg="add mod">
          <ac:chgData name="Warren Feltmate" userId="06ccb0c333b4239d" providerId="LiveId" clId="{0003C985-05BB-4E6A-864A-E4FED89177B4}" dt="2026-01-18T14:40:59.241" v="9634"/>
          <ac:spMkLst>
            <pc:docMk/>
            <pc:sldMk cId="3512510432" sldId="366"/>
            <ac:spMk id="14" creationId="{0CDD40F6-4984-F830-8D43-B2E0AE2C244E}"/>
          </ac:spMkLst>
        </pc:spChg>
        <pc:spChg chg="add mod">
          <ac:chgData name="Warren Feltmate" userId="06ccb0c333b4239d" providerId="LiveId" clId="{0003C985-05BB-4E6A-864A-E4FED89177B4}" dt="2026-01-18T14:41:27.103" v="9644"/>
          <ac:spMkLst>
            <pc:docMk/>
            <pc:sldMk cId="3512510432" sldId="366"/>
            <ac:spMk id="16" creationId="{0CDD40F6-4984-F830-8D43-B2E0AE2C244E}"/>
          </ac:spMkLst>
        </pc:spChg>
        <pc:spChg chg="add mod">
          <ac:chgData name="Warren Feltmate" userId="06ccb0c333b4239d" providerId="LiveId" clId="{0003C985-05BB-4E6A-864A-E4FED89177B4}" dt="2026-01-18T14:42:24.400" v="9658" actId="164"/>
          <ac:spMkLst>
            <pc:docMk/>
            <pc:sldMk cId="3512510432" sldId="366"/>
            <ac:spMk id="17" creationId="{BDF3FBA9-A6ED-398F-1105-56113A64E1B8}"/>
          </ac:spMkLst>
        </pc:spChg>
        <pc:spChg chg="add mod">
          <ac:chgData name="Warren Feltmate" userId="06ccb0c333b4239d" providerId="LiveId" clId="{0003C985-05BB-4E6A-864A-E4FED89177B4}" dt="2026-01-18T14:59:07.640" v="11244" actId="12789"/>
          <ac:spMkLst>
            <pc:docMk/>
            <pc:sldMk cId="3512510432" sldId="366"/>
            <ac:spMk id="18" creationId="{602C5201-4F0F-4229-A1F0-3134CC9F7FD5}"/>
          </ac:spMkLst>
        </pc:spChg>
        <pc:spChg chg="add mod">
          <ac:chgData name="Warren Feltmate" userId="06ccb0c333b4239d" providerId="LiveId" clId="{0003C985-05BB-4E6A-864A-E4FED89177B4}" dt="2026-01-18T14:42:21.568" v="9656" actId="571"/>
          <ac:spMkLst>
            <pc:docMk/>
            <pc:sldMk cId="3512510432" sldId="366"/>
            <ac:spMk id="22" creationId="{BF9D5B3C-E558-0225-7954-E26F852783BE}"/>
          </ac:spMkLst>
        </pc:spChg>
        <pc:spChg chg="add mod">
          <ac:chgData name="Warren Feltmate" userId="06ccb0c333b4239d" providerId="LiveId" clId="{0003C985-05BB-4E6A-864A-E4FED89177B4}" dt="2026-01-18T16:20:49.275" v="13237" actId="12789"/>
          <ac:spMkLst>
            <pc:docMk/>
            <pc:sldMk cId="3512510432" sldId="366"/>
            <ac:spMk id="25" creationId="{437C3F8C-4DA0-EB43-874F-64DDE3CE84C9}"/>
          </ac:spMkLst>
        </pc:spChg>
        <pc:grpChg chg="add mod">
          <ac:chgData name="Warren Feltmate" userId="06ccb0c333b4239d" providerId="LiveId" clId="{0003C985-05BB-4E6A-864A-E4FED89177B4}" dt="2026-01-18T15:01:27.942" v="11262" actId="1076"/>
          <ac:grpSpMkLst>
            <pc:docMk/>
            <pc:sldMk cId="3512510432" sldId="366"/>
            <ac:grpSpMk id="19" creationId="{E10C3CD5-699A-7BCE-B54B-C55A98D12C01}"/>
          </ac:grpSpMkLst>
        </pc:grpChg>
        <pc:grpChg chg="add mod">
          <ac:chgData name="Warren Feltmate" userId="06ccb0c333b4239d" providerId="LiveId" clId="{0003C985-05BB-4E6A-864A-E4FED89177B4}" dt="2026-01-18T15:01:25.233" v="11261" actId="1076"/>
          <ac:grpSpMkLst>
            <pc:docMk/>
            <pc:sldMk cId="3512510432" sldId="366"/>
            <ac:grpSpMk id="23" creationId="{24DD7A0B-8E2C-63AB-68C3-D19DCE4A8CF6}"/>
          </ac:grpSpMkLst>
        </pc:grpChg>
        <pc:picChg chg="add mod">
          <ac:chgData name="Warren Feltmate" userId="06ccb0c333b4239d" providerId="LiveId" clId="{0003C985-05BB-4E6A-864A-E4FED89177B4}" dt="2026-01-18T14:42:24.400" v="9658" actId="164"/>
          <ac:picMkLst>
            <pc:docMk/>
            <pc:sldMk cId="3512510432" sldId="366"/>
            <ac:picMk id="6" creationId="{35709758-15A0-C8FC-8AFC-FFFBA37CE5EF}"/>
          </ac:picMkLst>
        </pc:picChg>
        <pc:picChg chg="add del mod">
          <ac:chgData name="Warren Feltmate" userId="06ccb0c333b4239d" providerId="LiveId" clId="{0003C985-05BB-4E6A-864A-E4FED89177B4}" dt="2026-01-18T14:40:01.261" v="9619" actId="478"/>
          <ac:picMkLst>
            <pc:docMk/>
            <pc:sldMk cId="3512510432" sldId="366"/>
            <ac:picMk id="9" creationId="{61992C59-2A2C-CF2F-F0A4-35439511D991}"/>
          </ac:picMkLst>
        </pc:picChg>
        <pc:picChg chg="add mod">
          <ac:chgData name="Warren Feltmate" userId="06ccb0c333b4239d" providerId="LiveId" clId="{0003C985-05BB-4E6A-864A-E4FED89177B4}" dt="2026-01-18T14:59:07.640" v="11244" actId="12789"/>
          <ac:picMkLst>
            <pc:docMk/>
            <pc:sldMk cId="3512510432" sldId="366"/>
            <ac:picMk id="11" creationId="{66D90654-4CDD-C5CF-4D96-C2C05CF94D02}"/>
          </ac:picMkLst>
        </pc:picChg>
        <pc:picChg chg="add mod">
          <ac:chgData name="Warren Feltmate" userId="06ccb0c333b4239d" providerId="LiveId" clId="{0003C985-05BB-4E6A-864A-E4FED89177B4}" dt="2026-01-18T14:59:07.640" v="11244" actId="12789"/>
          <ac:picMkLst>
            <pc:docMk/>
            <pc:sldMk cId="3512510432" sldId="366"/>
            <ac:picMk id="13" creationId="{52D0B6A9-1E14-23A0-26B6-672CCDAB077B}"/>
          </ac:picMkLst>
        </pc:picChg>
        <pc:picChg chg="add mod">
          <ac:chgData name="Warren Feltmate" userId="06ccb0c333b4239d" providerId="LiveId" clId="{0003C985-05BB-4E6A-864A-E4FED89177B4}" dt="2026-01-18T14:42:24.400" v="9658" actId="164"/>
          <ac:picMkLst>
            <pc:docMk/>
            <pc:sldMk cId="3512510432" sldId="366"/>
            <ac:picMk id="15" creationId="{E6F9F016-7F39-EA05-6F93-35387E6810AA}"/>
          </ac:picMkLst>
        </pc:picChg>
        <pc:picChg chg="add mod">
          <ac:chgData name="Warren Feltmate" userId="06ccb0c333b4239d" providerId="LiveId" clId="{0003C985-05BB-4E6A-864A-E4FED89177B4}" dt="2026-01-18T14:42:21.568" v="9656" actId="571"/>
          <ac:picMkLst>
            <pc:docMk/>
            <pc:sldMk cId="3512510432" sldId="366"/>
            <ac:picMk id="20" creationId="{0C23CCBF-732B-C790-12A4-8AAB7F00FCD2}"/>
          </ac:picMkLst>
        </pc:picChg>
        <pc:picChg chg="add mod">
          <ac:chgData name="Warren Feltmate" userId="06ccb0c333b4239d" providerId="LiveId" clId="{0003C985-05BB-4E6A-864A-E4FED89177B4}" dt="2026-01-18T14:42:21.568" v="9656" actId="571"/>
          <ac:picMkLst>
            <pc:docMk/>
            <pc:sldMk cId="3512510432" sldId="366"/>
            <ac:picMk id="21" creationId="{B8D27E1F-DBA6-9AD5-FA52-D49F4B56B731}"/>
          </ac:picMkLst>
        </pc:picChg>
        <pc:picChg chg="add del mod">
          <ac:chgData name="Warren Feltmate" userId="06ccb0c333b4239d" providerId="LiveId" clId="{0003C985-05BB-4E6A-864A-E4FED89177B4}" dt="2026-01-18T15:00:10.089" v="11254" actId="478"/>
          <ac:picMkLst>
            <pc:docMk/>
            <pc:sldMk cId="3512510432" sldId="366"/>
            <ac:picMk id="24" creationId="{799FB2BC-98DA-4A71-C1F7-C4184B09C35F}"/>
          </ac:picMkLst>
        </pc:picChg>
      </pc:sldChg>
      <pc:sldChg chg="addSp delSp modSp add mod modAnim">
        <pc:chgData name="Warren Feltmate" userId="06ccb0c333b4239d" providerId="LiveId" clId="{0003C985-05BB-4E6A-864A-E4FED89177B4}" dt="2026-01-13T16:04:27.533" v="7955" actId="14100"/>
        <pc:sldMkLst>
          <pc:docMk/>
          <pc:sldMk cId="4148316753" sldId="367"/>
        </pc:sldMkLst>
        <pc:spChg chg="mod">
          <ac:chgData name="Warren Feltmate" userId="06ccb0c333b4239d" providerId="LiveId" clId="{0003C985-05BB-4E6A-864A-E4FED89177B4}" dt="2026-01-09T14:34:05.387" v="5691" actId="14100"/>
          <ac:spMkLst>
            <pc:docMk/>
            <pc:sldMk cId="4148316753" sldId="367"/>
            <ac:spMk id="2" creationId="{210C67A0-1804-E0EF-6C6A-21C0B3C8DDC7}"/>
          </ac:spMkLst>
        </pc:spChg>
        <pc:spChg chg="mod">
          <ac:chgData name="Warren Feltmate" userId="06ccb0c333b4239d" providerId="LiveId" clId="{0003C985-05BB-4E6A-864A-E4FED89177B4}" dt="2026-01-13T16:04:27.533" v="7955" actId="14100"/>
          <ac:spMkLst>
            <pc:docMk/>
            <pc:sldMk cId="4148316753" sldId="367"/>
            <ac:spMk id="5" creationId="{857243FB-C990-1436-FC6A-36C16E0043C6}"/>
          </ac:spMkLst>
        </pc:spChg>
        <pc:picChg chg="add mod">
          <ac:chgData name="Warren Feltmate" userId="06ccb0c333b4239d" providerId="LiveId" clId="{0003C985-05BB-4E6A-864A-E4FED89177B4}" dt="2026-01-09T14:59:17.140" v="7724" actId="1076"/>
          <ac:picMkLst>
            <pc:docMk/>
            <pc:sldMk cId="4148316753" sldId="367"/>
            <ac:picMk id="18" creationId="{17AE7DF0-D53A-B9BF-581E-0A8B40D8DA7C}"/>
          </ac:picMkLst>
        </pc:picChg>
      </pc:sldChg>
      <pc:sldChg chg="addSp delSp modSp add mod">
        <pc:chgData name="Warren Feltmate" userId="06ccb0c333b4239d" providerId="LiveId" clId="{0003C985-05BB-4E6A-864A-E4FED89177B4}" dt="2026-01-13T16:05:05.917" v="7964" actId="948"/>
        <pc:sldMkLst>
          <pc:docMk/>
          <pc:sldMk cId="2366378872" sldId="368"/>
        </pc:sldMkLst>
        <pc:spChg chg="mod">
          <ac:chgData name="Warren Feltmate" userId="06ccb0c333b4239d" providerId="LiveId" clId="{0003C985-05BB-4E6A-864A-E4FED89177B4}" dt="2026-01-09T14:46:08.444" v="6694" actId="20577"/>
          <ac:spMkLst>
            <pc:docMk/>
            <pc:sldMk cId="2366378872" sldId="368"/>
            <ac:spMk id="2" creationId="{D47F45E5-F170-68D3-E7EA-6AB7E97B3395}"/>
          </ac:spMkLst>
        </pc:spChg>
        <pc:spChg chg="add mod">
          <ac:chgData name="Warren Feltmate" userId="06ccb0c333b4239d" providerId="LiveId" clId="{0003C985-05BB-4E6A-864A-E4FED89177B4}" dt="2026-01-13T16:05:05.917" v="7964" actId="948"/>
          <ac:spMkLst>
            <pc:docMk/>
            <pc:sldMk cId="2366378872" sldId="368"/>
            <ac:spMk id="3" creationId="{02460E61-B104-5C61-2A74-7427E32FBEE1}"/>
          </ac:spMkLst>
        </pc:spChg>
        <pc:picChg chg="mod">
          <ac:chgData name="Warren Feltmate" userId="06ccb0c333b4239d" providerId="LiveId" clId="{0003C985-05BB-4E6A-864A-E4FED89177B4}" dt="2026-01-09T14:56:09.613" v="7518" actId="1076"/>
          <ac:picMkLst>
            <pc:docMk/>
            <pc:sldMk cId="2366378872" sldId="368"/>
            <ac:picMk id="4" creationId="{5D58B096-BDCD-9DA2-9A13-601C73CFCFA5}"/>
          </ac:picMkLst>
        </pc:picChg>
        <pc:picChg chg="mod">
          <ac:chgData name="Warren Feltmate" userId="06ccb0c333b4239d" providerId="LiveId" clId="{0003C985-05BB-4E6A-864A-E4FED89177B4}" dt="2026-01-09T14:56:13.130" v="7519" actId="1076"/>
          <ac:picMkLst>
            <pc:docMk/>
            <pc:sldMk cId="2366378872" sldId="368"/>
            <ac:picMk id="6" creationId="{66A644E2-09DB-23A2-73A9-0695F628DBC0}"/>
          </ac:picMkLst>
        </pc:picChg>
      </pc:sldChg>
      <pc:sldChg chg="addSp delSp modSp add mod ord">
        <pc:chgData name="Warren Feltmate" userId="06ccb0c333b4239d" providerId="LiveId" clId="{0003C985-05BB-4E6A-864A-E4FED89177B4}" dt="2026-01-18T14:24:18.539" v="9090" actId="1076"/>
        <pc:sldMkLst>
          <pc:docMk/>
          <pc:sldMk cId="1803030046" sldId="369"/>
        </pc:sldMkLst>
        <pc:spChg chg="mod">
          <ac:chgData name="Warren Feltmate" userId="06ccb0c333b4239d" providerId="LiveId" clId="{0003C985-05BB-4E6A-864A-E4FED89177B4}" dt="2026-01-18T14:14:58.010" v="8198" actId="20577"/>
          <ac:spMkLst>
            <pc:docMk/>
            <pc:sldMk cId="1803030046" sldId="369"/>
            <ac:spMk id="2" creationId="{68F82026-910F-1B2C-FDB5-EFE5D6B58DC3}"/>
          </ac:spMkLst>
        </pc:spChg>
        <pc:spChg chg="mod">
          <ac:chgData name="Warren Feltmate" userId="06ccb0c333b4239d" providerId="LiveId" clId="{0003C985-05BB-4E6A-864A-E4FED89177B4}" dt="2026-01-18T14:24:05.561" v="9089" actId="20577"/>
          <ac:spMkLst>
            <pc:docMk/>
            <pc:sldMk cId="1803030046" sldId="369"/>
            <ac:spMk id="5" creationId="{1194328D-230F-0D8F-38A5-9F0A0E35966A}"/>
          </ac:spMkLst>
        </pc:spChg>
        <pc:picChg chg="del">
          <ac:chgData name="Warren Feltmate" userId="06ccb0c333b4239d" providerId="LiveId" clId="{0003C985-05BB-4E6A-864A-E4FED89177B4}" dt="2026-01-18T14:16:08.401" v="8260" actId="478"/>
          <ac:picMkLst>
            <pc:docMk/>
            <pc:sldMk cId="1803030046" sldId="369"/>
            <ac:picMk id="18" creationId="{D63A2A5D-9F08-0B81-0038-447672963F88}"/>
          </ac:picMkLst>
        </pc:picChg>
        <pc:picChg chg="add mod">
          <ac:chgData name="Warren Feltmate" userId="06ccb0c333b4239d" providerId="LiveId" clId="{0003C985-05BB-4E6A-864A-E4FED89177B4}" dt="2026-01-18T14:24:18.539" v="9090" actId="1076"/>
          <ac:picMkLst>
            <pc:docMk/>
            <pc:sldMk cId="1803030046" sldId="369"/>
            <ac:picMk id="1026" creationId="{CFD9677B-42D6-20B0-938D-2F1DCE442EA4}"/>
          </ac:picMkLst>
        </pc:picChg>
      </pc:sldChg>
      <pc:sldChg chg="addSp delSp modSp add mod">
        <pc:chgData name="Warren Feltmate" userId="06ccb0c333b4239d" providerId="LiveId" clId="{0003C985-05BB-4E6A-864A-E4FED89177B4}" dt="2026-01-18T14:39:32.567" v="9617" actId="465"/>
        <pc:sldMkLst>
          <pc:docMk/>
          <pc:sldMk cId="3772525819" sldId="370"/>
        </pc:sldMkLst>
        <pc:spChg chg="mod">
          <ac:chgData name="Warren Feltmate" userId="06ccb0c333b4239d" providerId="LiveId" clId="{0003C985-05BB-4E6A-864A-E4FED89177B4}" dt="2026-01-18T14:25:10.710" v="9093" actId="20577"/>
          <ac:spMkLst>
            <pc:docMk/>
            <pc:sldMk cId="3772525819" sldId="370"/>
            <ac:spMk id="2" creationId="{5FD8F7F1-E156-B463-02A4-D2C96DEE9ABA}"/>
          </ac:spMkLst>
        </pc:spChg>
        <pc:spChg chg="add mod">
          <ac:chgData name="Warren Feltmate" userId="06ccb0c333b4239d" providerId="LiveId" clId="{0003C985-05BB-4E6A-864A-E4FED89177B4}" dt="2026-01-18T14:39:28.321" v="9616" actId="12788"/>
          <ac:spMkLst>
            <pc:docMk/>
            <pc:sldMk cId="3772525819" sldId="370"/>
            <ac:spMk id="3" creationId="{9B05E4B2-1173-8147-1FDD-D233C77CFB33}"/>
          </ac:spMkLst>
        </pc:spChg>
        <pc:spChg chg="mod">
          <ac:chgData name="Warren Feltmate" userId="06ccb0c333b4239d" providerId="LiveId" clId="{0003C985-05BB-4E6A-864A-E4FED89177B4}" dt="2026-01-18T14:39:15.245" v="9614" actId="14100"/>
          <ac:spMkLst>
            <pc:docMk/>
            <pc:sldMk cId="3772525819" sldId="370"/>
            <ac:spMk id="5" creationId="{54371822-576C-647F-5C24-E74EE2D45C76}"/>
          </ac:spMkLst>
        </pc:spChg>
        <pc:spChg chg="add del">
          <ac:chgData name="Warren Feltmate" userId="06ccb0c333b4239d" providerId="LiveId" clId="{0003C985-05BB-4E6A-864A-E4FED89177B4}" dt="2026-01-18T14:31:50.224" v="9224" actId="22"/>
          <ac:spMkLst>
            <pc:docMk/>
            <pc:sldMk cId="3772525819" sldId="370"/>
            <ac:spMk id="6" creationId="{89DF2284-B351-FFBB-FB15-48C61F3B909D}"/>
          </ac:spMkLst>
        </pc:spChg>
        <pc:spChg chg="add mod">
          <ac:chgData name="Warren Feltmate" userId="06ccb0c333b4239d" providerId="LiveId" clId="{0003C985-05BB-4E6A-864A-E4FED89177B4}" dt="2026-01-18T14:39:32.567" v="9617" actId="465"/>
          <ac:spMkLst>
            <pc:docMk/>
            <pc:sldMk cId="3772525819" sldId="370"/>
            <ac:spMk id="8" creationId="{3F84B4F5-4FBC-FF60-EFB4-642839559878}"/>
          </ac:spMkLst>
        </pc:spChg>
        <pc:spChg chg="add mod">
          <ac:chgData name="Warren Feltmate" userId="06ccb0c333b4239d" providerId="LiveId" clId="{0003C985-05BB-4E6A-864A-E4FED89177B4}" dt="2026-01-18T14:35:57.926" v="9311"/>
          <ac:spMkLst>
            <pc:docMk/>
            <pc:sldMk cId="3772525819" sldId="370"/>
            <ac:spMk id="9" creationId="{B624497B-A4E1-7318-D97A-0C7E15E045E7}"/>
          </ac:spMkLst>
        </pc:spChg>
        <pc:spChg chg="add del mod">
          <ac:chgData name="Warren Feltmate" userId="06ccb0c333b4239d" providerId="LiveId" clId="{0003C985-05BB-4E6A-864A-E4FED89177B4}" dt="2026-01-18T14:36:30.365" v="9317" actId="478"/>
          <ac:spMkLst>
            <pc:docMk/>
            <pc:sldMk cId="3772525819" sldId="370"/>
            <ac:spMk id="11" creationId="{0C2DCCCC-A2F3-3FDF-5A88-8E6D969942BC}"/>
          </ac:spMkLst>
        </pc:spChg>
        <pc:spChg chg="add mod">
          <ac:chgData name="Warren Feltmate" userId="06ccb0c333b4239d" providerId="LiveId" clId="{0003C985-05BB-4E6A-864A-E4FED89177B4}" dt="2026-01-18T14:36:32.494" v="9321"/>
          <ac:spMkLst>
            <pc:docMk/>
            <pc:sldMk cId="3772525819" sldId="370"/>
            <ac:spMk id="12" creationId="{0C2DCCCC-A2F3-3FDF-5A88-8E6D969942BC}"/>
          </ac:spMkLst>
        </pc:spChg>
        <pc:spChg chg="add mod">
          <ac:chgData name="Warren Feltmate" userId="06ccb0c333b4239d" providerId="LiveId" clId="{0003C985-05BB-4E6A-864A-E4FED89177B4}" dt="2026-01-18T14:38:56.697" v="9610" actId="164"/>
          <ac:spMkLst>
            <pc:docMk/>
            <pc:sldMk cId="3772525819" sldId="370"/>
            <ac:spMk id="14" creationId="{EE5BF686-3FA7-A6EE-D323-365FE2C2CB54}"/>
          </ac:spMkLst>
        </pc:spChg>
        <pc:grpChg chg="add mod">
          <ac:chgData name="Warren Feltmate" userId="06ccb0c333b4239d" providerId="LiveId" clId="{0003C985-05BB-4E6A-864A-E4FED89177B4}" dt="2026-01-18T14:39:32.567" v="9617" actId="465"/>
          <ac:grpSpMkLst>
            <pc:docMk/>
            <pc:sldMk cId="3772525819" sldId="370"/>
            <ac:grpSpMk id="15" creationId="{99B1A1A5-A636-9ACB-CCEE-047A742D1E31}"/>
          </ac:grpSpMkLst>
        </pc:grpChg>
        <pc:picChg chg="add mod">
          <ac:chgData name="Warren Feltmate" userId="06ccb0c333b4239d" providerId="LiveId" clId="{0003C985-05BB-4E6A-864A-E4FED89177B4}" dt="2026-01-18T14:38:56.697" v="9610" actId="164"/>
          <ac:picMkLst>
            <pc:docMk/>
            <pc:sldMk cId="3772525819" sldId="370"/>
            <ac:picMk id="10" creationId="{75DF36E5-2BAB-2886-1D2C-FB4099856065}"/>
          </ac:picMkLst>
        </pc:picChg>
        <pc:picChg chg="add mod">
          <ac:chgData name="Warren Feltmate" userId="06ccb0c333b4239d" providerId="LiveId" clId="{0003C985-05BB-4E6A-864A-E4FED89177B4}" dt="2026-01-18T14:38:56.697" v="9610" actId="164"/>
          <ac:picMkLst>
            <pc:docMk/>
            <pc:sldMk cId="3772525819" sldId="370"/>
            <ac:picMk id="13" creationId="{14C385E7-AE16-429E-41CE-10416C5ABD2B}"/>
          </ac:picMkLst>
        </pc:picChg>
        <pc:picChg chg="del">
          <ac:chgData name="Warren Feltmate" userId="06ccb0c333b4239d" providerId="LiveId" clId="{0003C985-05BB-4E6A-864A-E4FED89177B4}" dt="2026-01-18T14:25:48.312" v="9111" actId="478"/>
          <ac:picMkLst>
            <pc:docMk/>
            <pc:sldMk cId="3772525819" sldId="370"/>
            <ac:picMk id="1026" creationId="{BE8EB048-B7E0-BB4D-B9A9-D8504E41F120}"/>
          </ac:picMkLst>
        </pc:picChg>
      </pc:sldChg>
      <pc:sldChg chg="modSp add mod">
        <pc:chgData name="Warren Feltmate" userId="06ccb0c333b4239d" providerId="LiveId" clId="{0003C985-05BB-4E6A-864A-E4FED89177B4}" dt="2026-01-18T16:42:40.543" v="13238" actId="14100"/>
        <pc:sldMkLst>
          <pc:docMk/>
          <pc:sldMk cId="2464531835" sldId="371"/>
        </pc:sldMkLst>
        <pc:spChg chg="mod">
          <ac:chgData name="Warren Feltmate" userId="06ccb0c333b4239d" providerId="LiveId" clId="{0003C985-05BB-4E6A-864A-E4FED89177B4}" dt="2026-01-18T16:05:48.091" v="12038" actId="20577"/>
          <ac:spMkLst>
            <pc:docMk/>
            <pc:sldMk cId="2464531835" sldId="371"/>
            <ac:spMk id="2" creationId="{E60A1F16-AC56-411F-1DF4-464EB1375B0A}"/>
          </ac:spMkLst>
        </pc:spChg>
        <pc:spChg chg="mod">
          <ac:chgData name="Warren Feltmate" userId="06ccb0c333b4239d" providerId="LiveId" clId="{0003C985-05BB-4E6A-864A-E4FED89177B4}" dt="2026-01-18T16:42:40.543" v="13238" actId="14100"/>
          <ac:spMkLst>
            <pc:docMk/>
            <pc:sldMk cId="2464531835" sldId="371"/>
            <ac:spMk id="541" creationId="{212FFC9C-8CA8-8339-6216-65705B80DAD9}"/>
          </ac:spMkLst>
        </pc:spChg>
        <pc:picChg chg="mod">
          <ac:chgData name="Warren Feltmate" userId="06ccb0c333b4239d" providerId="LiveId" clId="{0003C985-05BB-4E6A-864A-E4FED89177B4}" dt="2026-01-18T16:05:37.378" v="12020" actId="14826"/>
          <ac:picMkLst>
            <pc:docMk/>
            <pc:sldMk cId="2464531835" sldId="371"/>
            <ac:picMk id="8" creationId="{70A1115C-879A-E7FC-C29A-F51FE944AB79}"/>
          </ac:picMkLst>
        </pc:picChg>
      </pc:sldChg>
      <pc:sldMasterChg chg="delSldLayout">
        <pc:chgData name="Warren Feltmate" userId="06ccb0c333b4239d" providerId="LiveId" clId="{0003C985-05BB-4E6A-864A-E4FED89177B4}" dt="2026-01-09T15:00:11.202" v="7725" actId="47"/>
        <pc:sldMasterMkLst>
          <pc:docMk/>
          <pc:sldMasterMk cId="0" sldId="214748370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6" name="Google Shape;4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8" name="Google Shape;498;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cf7a3c50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76" name="Google Shape;576;gcf7a3c50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3BB3A34C-DF88-D5F2-99DA-068764A14AC8}"/>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5DC46199-7C43-84FD-9733-FA418D7A91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3C695396-12F5-2D90-29EB-215AF974B5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4923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a:extLst>
            <a:ext uri="{FF2B5EF4-FFF2-40B4-BE49-F238E27FC236}">
              <a16:creationId xmlns:a16="http://schemas.microsoft.com/office/drawing/2014/main" id="{B1AD1FCE-04B3-A5C0-06C4-EDADD03F7672}"/>
            </a:ext>
          </a:extLst>
        </p:cNvPr>
        <p:cNvGrpSpPr/>
        <p:nvPr/>
      </p:nvGrpSpPr>
      <p:grpSpPr>
        <a:xfrm>
          <a:off x="0" y="0"/>
          <a:ext cx="0" cy="0"/>
          <a:chOff x="0" y="0"/>
          <a:chExt cx="0" cy="0"/>
        </a:xfrm>
      </p:grpSpPr>
      <p:sp>
        <p:nvSpPr>
          <p:cNvPr id="575" name="Google Shape;575;gcf7a3c503a_0_5:notes">
            <a:extLst>
              <a:ext uri="{FF2B5EF4-FFF2-40B4-BE49-F238E27FC236}">
                <a16:creationId xmlns:a16="http://schemas.microsoft.com/office/drawing/2014/main" id="{15D88BE9-E41A-DE37-DDC3-B0C4DAD8AB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76" name="Google Shape;576;gcf7a3c503a_0_5:notes">
            <a:extLst>
              <a:ext uri="{FF2B5EF4-FFF2-40B4-BE49-F238E27FC236}">
                <a16:creationId xmlns:a16="http://schemas.microsoft.com/office/drawing/2014/main" id="{0017E8AA-00A1-58F0-8B9D-C5B104279C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155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E88B8821-5C21-7514-13C6-9BD02CB3E737}"/>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3EF770F6-74BE-23AB-2E3C-0AB5FDE689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615BF7DE-5BC9-1EC1-383D-DAED44042C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8531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E778821E-25B5-B798-E7C6-BD00D6254059}"/>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F58B2371-E4BC-DD01-BE4A-914B19B737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93CE7574-0FB6-8642-FAF3-C7C87CC896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6432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02B8F03F-53C6-C55E-79D6-8AB98E33BC9F}"/>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D8A0D210-9B05-5EA9-FBA8-B24EE7D13F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2A4A0306-5B88-C30E-A1DA-DA86684CC8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0408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8159067F-A5F2-3AC0-7A6E-9F82DB38B6E1}"/>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A1F7C2C9-DE1E-BF14-CB9E-C7F5F8F1DE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CB615A80-7E23-39CB-27A5-DC45CDF7DE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6669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A97B3C67-01C5-929E-78A8-F29826D794B4}"/>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212AE3E5-984F-608F-EAB1-3E5D88ACC7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94E102D6-C19C-1745-A7C5-EB772DB34A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9331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a:extLst>
            <a:ext uri="{FF2B5EF4-FFF2-40B4-BE49-F238E27FC236}">
              <a16:creationId xmlns:a16="http://schemas.microsoft.com/office/drawing/2014/main" id="{6E0491E6-303A-F7AA-9E7C-7441B8CD55E8}"/>
            </a:ext>
          </a:extLst>
        </p:cNvPr>
        <p:cNvGrpSpPr/>
        <p:nvPr/>
      </p:nvGrpSpPr>
      <p:grpSpPr>
        <a:xfrm>
          <a:off x="0" y="0"/>
          <a:ext cx="0" cy="0"/>
          <a:chOff x="0" y="0"/>
          <a:chExt cx="0" cy="0"/>
        </a:xfrm>
      </p:grpSpPr>
      <p:sp>
        <p:nvSpPr>
          <p:cNvPr id="575" name="Google Shape;575;gcf7a3c503a_0_5:notes">
            <a:extLst>
              <a:ext uri="{FF2B5EF4-FFF2-40B4-BE49-F238E27FC236}">
                <a16:creationId xmlns:a16="http://schemas.microsoft.com/office/drawing/2014/main" id="{7363A026-F0A2-EC08-A5C6-CDB54DE9B3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76" name="Google Shape;576;gcf7a3c503a_0_5:notes">
            <a:extLst>
              <a:ext uri="{FF2B5EF4-FFF2-40B4-BE49-F238E27FC236}">
                <a16:creationId xmlns:a16="http://schemas.microsoft.com/office/drawing/2014/main" id="{3873EACB-B236-2BE9-3BC2-079C1BD5A9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8635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430A4969-3102-D802-A54C-2E8B336DF8C3}"/>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7941A487-AD77-E3A6-E39E-65C974FCA4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D260287E-D65A-1B9D-5B7B-7C7470446A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6849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4893979C-D885-8730-AFD8-2B1628A86113}"/>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8C82D050-92C1-5BB4-5E52-11A28AD4D0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E66C5E73-4F5A-F35C-8BDC-3B08E60E46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2301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3A4B8C12-9BB4-7B93-F4B7-20E57ABE3086}"/>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1B301B6E-8454-2239-6510-81DD10E41F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7B68D3BF-5FD9-B209-7BBE-6E73AD4139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267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952DD38E-AFF7-3360-6BA1-C08D4A9DE4B2}"/>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ECE268A7-A3D0-B0F8-2F90-8DE7184B6E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436DE5F1-6A7B-728C-0B83-F7C5EE69AD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8563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09974C20-992F-D889-E12D-551C5C223EBE}"/>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DB47F740-0439-9C8F-F24D-0E2FB6C00A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DE01363E-7BFF-2F01-0855-C9860B4CD5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9989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a:extLst>
            <a:ext uri="{FF2B5EF4-FFF2-40B4-BE49-F238E27FC236}">
              <a16:creationId xmlns:a16="http://schemas.microsoft.com/office/drawing/2014/main" id="{2EEF813D-5C04-C816-30CA-8408FDEF9F04}"/>
            </a:ext>
          </a:extLst>
        </p:cNvPr>
        <p:cNvGrpSpPr/>
        <p:nvPr/>
      </p:nvGrpSpPr>
      <p:grpSpPr>
        <a:xfrm>
          <a:off x="0" y="0"/>
          <a:ext cx="0" cy="0"/>
          <a:chOff x="0" y="0"/>
          <a:chExt cx="0" cy="0"/>
        </a:xfrm>
      </p:grpSpPr>
      <p:sp>
        <p:nvSpPr>
          <p:cNvPr id="575" name="Google Shape;575;gcf7a3c503a_0_5:notes">
            <a:extLst>
              <a:ext uri="{FF2B5EF4-FFF2-40B4-BE49-F238E27FC236}">
                <a16:creationId xmlns:a16="http://schemas.microsoft.com/office/drawing/2014/main" id="{EEBEE579-C3A1-E4AE-41A6-AA773C08DD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76" name="Google Shape;576;gcf7a3c503a_0_5:notes">
            <a:extLst>
              <a:ext uri="{FF2B5EF4-FFF2-40B4-BE49-F238E27FC236}">
                <a16:creationId xmlns:a16="http://schemas.microsoft.com/office/drawing/2014/main" id="{F77E2C8A-F68F-69D7-A117-02246D7BAE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7411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F16B80E2-C471-E728-8DB3-6C16109F7323}"/>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D95996C5-3D8E-1328-2F93-62FA239131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38F3C282-5D7D-D619-040E-9D8CDA2A91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71343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91C508E8-9FE3-3D0E-BEF5-FC9F698DFDE8}"/>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4E006F87-65A5-F83C-385C-213C82CBE8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9F83176C-2E3D-6243-C3FF-9BC4E6DBAD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9522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BE025299-AD57-5084-A6FE-3F699F8DDF07}"/>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BB9A5CC2-FF02-14FC-7F9A-BB2DE58B79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4CC04BF3-18A4-2BEC-3440-C5ABB78527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62304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794A07F1-5784-7383-2F7F-1F2637DC9627}"/>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324DA331-26A4-7099-E197-1EACDEEC89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2F1BF26A-2CBD-1D5E-8C52-9E44710FD4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05739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59464359-E73B-AAD0-58C8-B7B47CC6744E}"/>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F1884622-EEFF-3845-A24F-C22A3D61EE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94A9E3C9-AA6D-36C7-F3CE-652C2A0090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19089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9BACBB24-5463-1AA5-8833-66931361EA6B}"/>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7059E000-5EA4-95EC-E7F5-7A5118B5DE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34DF53B2-436D-DE34-A4C9-26D6632B1A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83252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C68F0FEE-1179-A8AB-74EC-30C20339C609}"/>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65D8A878-4E5E-B5C4-D327-6D22DA9BE1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351DE6A5-CE79-9F91-76C9-FF7B8E5AE3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58893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a:extLst>
            <a:ext uri="{FF2B5EF4-FFF2-40B4-BE49-F238E27FC236}">
              <a16:creationId xmlns:a16="http://schemas.microsoft.com/office/drawing/2014/main" id="{D85135F4-56A9-422E-9294-4C58A2F80BC5}"/>
            </a:ext>
          </a:extLst>
        </p:cNvPr>
        <p:cNvGrpSpPr/>
        <p:nvPr/>
      </p:nvGrpSpPr>
      <p:grpSpPr>
        <a:xfrm>
          <a:off x="0" y="0"/>
          <a:ext cx="0" cy="0"/>
          <a:chOff x="0" y="0"/>
          <a:chExt cx="0" cy="0"/>
        </a:xfrm>
      </p:grpSpPr>
      <p:sp>
        <p:nvSpPr>
          <p:cNvPr id="537" name="Google Shape;537;gcd8a80d6bc_0_17:notes">
            <a:extLst>
              <a:ext uri="{FF2B5EF4-FFF2-40B4-BE49-F238E27FC236}">
                <a16:creationId xmlns:a16="http://schemas.microsoft.com/office/drawing/2014/main" id="{404067DF-EF4A-5B03-F081-B67EE770F3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8" name="Google Shape;538;gcd8a80d6bc_0_17:notes">
            <a:extLst>
              <a:ext uri="{FF2B5EF4-FFF2-40B4-BE49-F238E27FC236}">
                <a16:creationId xmlns:a16="http://schemas.microsoft.com/office/drawing/2014/main" id="{9D972028-C735-8E98-452A-0188B3134B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2728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867300" y="2366275"/>
            <a:ext cx="7409400" cy="8184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8" name="Google Shape;18;p3"/>
          <p:cNvSpPr txBox="1">
            <a:spLocks noGrp="1"/>
          </p:cNvSpPr>
          <p:nvPr>
            <p:ph type="subTitle" idx="1"/>
          </p:nvPr>
        </p:nvSpPr>
        <p:spPr>
          <a:xfrm>
            <a:off x="2291400" y="3305275"/>
            <a:ext cx="4561200" cy="39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9" name="Google Shape;19;p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 name="Google Shape;20;p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 name="Google Shape;21;p3"/>
          <p:cNvCxnSpPr/>
          <p:nvPr/>
        </p:nvCxnSpPr>
        <p:spPr>
          <a:xfrm flipH="1">
            <a:off x="794892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 name="Google Shape;22;p3"/>
          <p:cNvCxnSpPr/>
          <p:nvPr/>
        </p:nvCxnSpPr>
        <p:spPr>
          <a:xfrm flipH="1">
            <a:off x="-11287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7" name="Google Shape;457;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1" name="Google Shape;461;p5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2" name="Google Shape;462;p5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5" name="Google Shape;465;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6" name="Google Shape;466;p5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9" name="Google Shape;469;p5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0" name="Google Shape;470;p5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1" name="Google Shape;471;p5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2" name="Google Shape;472;p5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3" name="Google Shape;473;p5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8" r:id="rId4"/>
    <p:sldLayoutId id="2147483659" r:id="rId5"/>
    <p:sldLayoutId id="2147483661" r:id="rId6"/>
    <p:sldLayoutId id="2147483697" r:id="rId7"/>
    <p:sldLayoutId id="2147483698" r:id="rId8"/>
    <p:sldLayoutId id="2147483699" r:id="rId9"/>
    <p:sldLayoutId id="214748370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23.emf"/></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7.emf"/></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0"/>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DYB Speaking Evaluations</a:t>
            </a:r>
            <a:endParaRPr dirty="0"/>
          </a:p>
        </p:txBody>
      </p:sp>
      <p:sp>
        <p:nvSpPr>
          <p:cNvPr id="489" name="Google Shape;489;p60"/>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solidFill>
                  <a:schemeClr val="dk1"/>
                </a:solidFill>
              </a:rPr>
              <a:t>Spreadsheet Guide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anim calcmode="lin" valueType="num">
                                      <p:cBhvr additive="base">
                                        <p:cTn id="7" dur="1000"/>
                                        <p:tgtEl>
                                          <p:spTgt spid="488"/>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9"/>
                                        </p:tgtEl>
                                        <p:attrNameLst>
                                          <p:attrName>style.visibility</p:attrName>
                                        </p:attrNameLst>
                                      </p:cBhvr>
                                      <p:to>
                                        <p:strVal val="visible"/>
                                      </p:to>
                                    </p:set>
                                    <p:anim calcmode="lin" valueType="num">
                                      <p:cBhvr additive="base">
                                        <p:cTn id="10" dur="1000"/>
                                        <p:tgtEl>
                                          <p:spTgt spid="4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62"/>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Various Sheets</a:t>
            </a:r>
            <a:endParaRPr dirty="0"/>
          </a:p>
        </p:txBody>
      </p:sp>
      <p:sp>
        <p:nvSpPr>
          <p:cNvPr id="501" name="Google Shape;501;p62"/>
          <p:cNvSpPr txBox="1">
            <a:spLocks noGrp="1"/>
          </p:cNvSpPr>
          <p:nvPr>
            <p:ph type="subTitle" idx="3"/>
          </p:nvPr>
        </p:nvSpPr>
        <p:spPr>
          <a:xfrm>
            <a:off x="1039200" y="1402780"/>
            <a:ext cx="2486100" cy="35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Instructions</a:t>
            </a:r>
            <a:endParaRPr dirty="0"/>
          </a:p>
        </p:txBody>
      </p:sp>
      <p:sp>
        <p:nvSpPr>
          <p:cNvPr id="502" name="Google Shape;502;p62"/>
          <p:cNvSpPr txBox="1">
            <a:spLocks noGrp="1"/>
          </p:cNvSpPr>
          <p:nvPr>
            <p:ph type="subTitle" idx="1"/>
          </p:nvPr>
        </p:nvSpPr>
        <p:spPr>
          <a:xfrm>
            <a:off x="5509047" y="1402780"/>
            <a:ext cx="2486100" cy="35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Options</a:t>
            </a:r>
            <a:endParaRPr dirty="0"/>
          </a:p>
        </p:txBody>
      </p:sp>
      <p:sp>
        <p:nvSpPr>
          <p:cNvPr id="503" name="Google Shape;503;p62"/>
          <p:cNvSpPr txBox="1">
            <a:spLocks noGrp="1"/>
          </p:cNvSpPr>
          <p:nvPr>
            <p:ph type="subTitle" idx="2"/>
          </p:nvPr>
        </p:nvSpPr>
        <p:spPr>
          <a:xfrm>
            <a:off x="5509046" y="1760980"/>
            <a:ext cx="3603387" cy="6186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 dirty="0"/>
              <a:t>Importing your signature</a:t>
            </a:r>
          </a:p>
          <a:p>
            <a:pPr marL="285750" indent="-285750" algn="l">
              <a:buFont typeface="Arial" panose="020B0604020202020204" pitchFamily="34" charset="0"/>
              <a:buChar char="•"/>
            </a:pPr>
            <a:r>
              <a:rPr lang="en" dirty="0"/>
              <a:t>Choosing user preferences</a:t>
            </a:r>
          </a:p>
          <a:p>
            <a:pPr marL="285750" lvl="0" indent="-285750" algn="l" rtl="0">
              <a:spcBef>
                <a:spcPts val="0"/>
              </a:spcBef>
              <a:spcAft>
                <a:spcPts val="0"/>
              </a:spcAft>
              <a:buFont typeface="Arial" panose="020B0604020202020204" pitchFamily="34" charset="0"/>
              <a:buChar char="•"/>
            </a:pPr>
            <a:r>
              <a:rPr lang="en" dirty="0"/>
              <a:t>Creating new class sheets</a:t>
            </a:r>
          </a:p>
          <a:p>
            <a:pPr marL="285750" lvl="0" indent="-285750" algn="l" rtl="0">
              <a:spcBef>
                <a:spcPts val="0"/>
              </a:spcBef>
              <a:spcAft>
                <a:spcPts val="0"/>
              </a:spcAft>
              <a:buFont typeface="Arial" panose="020B0604020202020204" pitchFamily="34" charset="0"/>
              <a:buChar char="•"/>
            </a:pPr>
            <a:r>
              <a:rPr lang="en" dirty="0"/>
              <a:t>Importing from a previous version</a:t>
            </a:r>
          </a:p>
          <a:p>
            <a:pPr marL="285750" lvl="0" indent="-285750" algn="l" rtl="0">
              <a:spcBef>
                <a:spcPts val="0"/>
              </a:spcBef>
              <a:spcAft>
                <a:spcPts val="0"/>
              </a:spcAft>
              <a:buFont typeface="Arial" panose="020B0604020202020204" pitchFamily="34" charset="0"/>
              <a:buChar char="•"/>
            </a:pPr>
            <a:r>
              <a:rPr lang="en" dirty="0"/>
              <a:t>Customizing winner certificates</a:t>
            </a:r>
            <a:endParaRPr dirty="0"/>
          </a:p>
        </p:txBody>
      </p:sp>
      <p:sp>
        <p:nvSpPr>
          <p:cNvPr id="504" name="Google Shape;504;p62"/>
          <p:cNvSpPr txBox="1">
            <a:spLocks noGrp="1"/>
          </p:cNvSpPr>
          <p:nvPr>
            <p:ph type="subTitle" idx="4"/>
          </p:nvPr>
        </p:nvSpPr>
        <p:spPr>
          <a:xfrm>
            <a:off x="1039200" y="1760980"/>
            <a:ext cx="3171612" cy="6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Mostly skippable</a:t>
            </a:r>
            <a:endParaRPr dirty="0"/>
          </a:p>
        </p:txBody>
      </p:sp>
      <p:sp>
        <p:nvSpPr>
          <p:cNvPr id="505" name="Google Shape;505;p62"/>
          <p:cNvSpPr txBox="1">
            <a:spLocks noGrp="1"/>
          </p:cNvSpPr>
          <p:nvPr>
            <p:ph type="subTitle" idx="5"/>
          </p:nvPr>
        </p:nvSpPr>
        <p:spPr>
          <a:xfrm>
            <a:off x="5509047" y="3102391"/>
            <a:ext cx="2486100" cy="35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Classes</a:t>
            </a:r>
            <a:endParaRPr dirty="0"/>
          </a:p>
        </p:txBody>
      </p:sp>
      <p:sp>
        <p:nvSpPr>
          <p:cNvPr id="506" name="Google Shape;506;p62"/>
          <p:cNvSpPr txBox="1">
            <a:spLocks noGrp="1"/>
          </p:cNvSpPr>
          <p:nvPr>
            <p:ph type="subTitle" idx="6"/>
          </p:nvPr>
        </p:nvSpPr>
        <p:spPr>
          <a:xfrm>
            <a:off x="5509045" y="3460591"/>
            <a:ext cx="3603388" cy="1022038"/>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 dirty="0"/>
              <a:t>Class Information</a:t>
            </a:r>
          </a:p>
          <a:p>
            <a:pPr marL="285750" lvl="0" indent="-285750" algn="l" rtl="0">
              <a:spcBef>
                <a:spcPts val="0"/>
              </a:spcBef>
              <a:spcAft>
                <a:spcPts val="0"/>
              </a:spcAft>
              <a:buFont typeface="Arial" panose="020B0604020202020204" pitchFamily="34" charset="0"/>
              <a:buChar char="•"/>
            </a:pPr>
            <a:r>
              <a:rPr lang="en" dirty="0"/>
              <a:t>Student names, scores, comments, and notes.</a:t>
            </a:r>
          </a:p>
          <a:p>
            <a:pPr marL="285750" lvl="0" indent="-285750" algn="l" rtl="0">
              <a:spcBef>
                <a:spcPts val="0"/>
              </a:spcBef>
              <a:spcAft>
                <a:spcPts val="0"/>
              </a:spcAft>
              <a:buFont typeface="Arial" panose="020B0604020202020204" pitchFamily="34" charset="0"/>
              <a:buChar char="•"/>
            </a:pPr>
            <a:r>
              <a:rPr lang="en" dirty="0"/>
              <a:t>Class Winners</a:t>
            </a:r>
          </a:p>
          <a:p>
            <a:pPr marL="285750" lvl="0" indent="-285750" algn="l" rtl="0">
              <a:spcBef>
                <a:spcPts val="0"/>
              </a:spcBef>
              <a:spcAft>
                <a:spcPts val="0"/>
              </a:spcAft>
              <a:buFont typeface="Arial" panose="020B0604020202020204" pitchFamily="34" charset="0"/>
              <a:buChar char="•"/>
            </a:pPr>
            <a:r>
              <a:rPr lang="en" dirty="0"/>
              <a:t>Action Buttons</a:t>
            </a:r>
            <a:endParaRPr dirty="0"/>
          </a:p>
        </p:txBody>
      </p:sp>
      <p:sp>
        <p:nvSpPr>
          <p:cNvPr id="507" name="Google Shape;507;p62"/>
          <p:cNvSpPr txBox="1">
            <a:spLocks noGrp="1"/>
          </p:cNvSpPr>
          <p:nvPr>
            <p:ph type="subTitle" idx="7"/>
          </p:nvPr>
        </p:nvSpPr>
        <p:spPr>
          <a:xfrm>
            <a:off x="1039200" y="3102391"/>
            <a:ext cx="2486100" cy="35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MacOS Users</a:t>
            </a:r>
            <a:endParaRPr dirty="0"/>
          </a:p>
        </p:txBody>
      </p:sp>
      <p:sp>
        <p:nvSpPr>
          <p:cNvPr id="508" name="Google Shape;508;p62"/>
          <p:cNvSpPr txBox="1">
            <a:spLocks noGrp="1"/>
          </p:cNvSpPr>
          <p:nvPr>
            <p:ph type="subTitle" idx="8"/>
          </p:nvPr>
        </p:nvSpPr>
        <p:spPr>
          <a:xfrm>
            <a:off x="1039199" y="3460591"/>
            <a:ext cx="3603388" cy="1022038"/>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 dirty="0"/>
              <a:t>An annoying bug</a:t>
            </a:r>
          </a:p>
          <a:p>
            <a:pPr marL="285750" lvl="0" indent="-285750" algn="l" rtl="0">
              <a:spcBef>
                <a:spcPts val="0"/>
              </a:spcBef>
              <a:spcAft>
                <a:spcPts val="0"/>
              </a:spcAft>
              <a:buFont typeface="Arial" panose="020B0604020202020204" pitchFamily="34" charset="0"/>
              <a:buChar char="•"/>
            </a:pPr>
            <a:r>
              <a:rPr lang="en" dirty="0"/>
              <a:t>Downloading a required file</a:t>
            </a:r>
          </a:p>
          <a:p>
            <a:pPr marL="285750" lvl="0" indent="-285750" algn="l" rtl="0">
              <a:spcBef>
                <a:spcPts val="0"/>
              </a:spcBef>
              <a:spcAft>
                <a:spcPts val="0"/>
              </a:spcAft>
              <a:buFont typeface="Arial" panose="020B0604020202020204" pitchFamily="34" charset="0"/>
              <a:buChar char="•"/>
            </a:pPr>
            <a:r>
              <a:rPr lang="en" dirty="0"/>
              <a:t>Custom message dialogs</a:t>
            </a:r>
          </a:p>
          <a:p>
            <a:pPr marL="285750" lvl="0" indent="-285750" algn="l" rtl="0">
              <a:spcBef>
                <a:spcPts val="0"/>
              </a:spcBef>
              <a:spcAft>
                <a:spcPts val="0"/>
              </a:spcAft>
              <a:buFont typeface="Arial" panose="020B0604020202020204" pitchFamily="34" charset="0"/>
              <a:buChar char="•"/>
            </a:pPr>
            <a:r>
              <a:rPr lang="en" dirty="0"/>
              <a:t>File and folder permission requests</a:t>
            </a:r>
          </a:p>
          <a:p>
            <a:pPr marL="285750" lvl="0" indent="-285750" algn="l" rtl="0">
              <a:spcBef>
                <a:spcPts val="0"/>
              </a:spcBef>
              <a:spcAft>
                <a:spcPts val="0"/>
              </a:spcAft>
              <a:buFont typeface="Arial" panose="020B0604020202020204" pitchFamily="34" charset="0"/>
              <a:buChar char="•"/>
            </a:pPr>
            <a:r>
              <a:rPr lang="en" dirty="0"/>
              <a:t>System Events and Osascript dialogs</a:t>
            </a:r>
            <a:endParaRPr dirty="0"/>
          </a:p>
        </p:txBody>
      </p:sp>
      <p:sp>
        <p:nvSpPr>
          <p:cNvPr id="509" name="Google Shape;509;p62"/>
          <p:cNvSpPr txBox="1">
            <a:spLocks noGrp="1"/>
          </p:cNvSpPr>
          <p:nvPr>
            <p:ph type="title" idx="9"/>
          </p:nvPr>
        </p:nvSpPr>
        <p:spPr>
          <a:xfrm>
            <a:off x="0" y="1247530"/>
            <a:ext cx="10392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510" name="Google Shape;510;p62"/>
          <p:cNvSpPr txBox="1">
            <a:spLocks noGrp="1"/>
          </p:cNvSpPr>
          <p:nvPr>
            <p:ph type="title" idx="13"/>
          </p:nvPr>
        </p:nvSpPr>
        <p:spPr>
          <a:xfrm>
            <a:off x="4469847" y="1247530"/>
            <a:ext cx="10392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511" name="Google Shape;511;p62"/>
          <p:cNvSpPr txBox="1">
            <a:spLocks noGrp="1"/>
          </p:cNvSpPr>
          <p:nvPr>
            <p:ph type="title" idx="14"/>
          </p:nvPr>
        </p:nvSpPr>
        <p:spPr>
          <a:xfrm>
            <a:off x="0" y="2947141"/>
            <a:ext cx="10392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512" name="Google Shape;512;p62"/>
          <p:cNvSpPr txBox="1">
            <a:spLocks noGrp="1"/>
          </p:cNvSpPr>
          <p:nvPr>
            <p:ph type="title" idx="15"/>
          </p:nvPr>
        </p:nvSpPr>
        <p:spPr>
          <a:xfrm>
            <a:off x="4469797" y="2947141"/>
            <a:ext cx="10392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70"/>
          <p:cNvSpPr txBox="1">
            <a:spLocks noGrp="1"/>
          </p:cNvSpPr>
          <p:nvPr>
            <p:ph type="title"/>
          </p:nvPr>
        </p:nvSpPr>
        <p:spPr>
          <a:xfrm>
            <a:off x="867300" y="2366275"/>
            <a:ext cx="74094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Instructions</a:t>
            </a:r>
            <a:endParaRPr dirty="0"/>
          </a:p>
        </p:txBody>
      </p:sp>
      <p:sp>
        <p:nvSpPr>
          <p:cNvPr id="579" name="Google Shape;579;p70"/>
          <p:cNvSpPr txBox="1">
            <a:spLocks noGrp="1"/>
          </p:cNvSpPr>
          <p:nvPr>
            <p:ph type="title" idx="2"/>
          </p:nvPr>
        </p:nvSpPr>
        <p:spPr>
          <a:xfrm>
            <a:off x="3746550" y="1339163"/>
            <a:ext cx="1650900" cy="97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75ECCE5B-5217-D52D-9555-022004C1804F}"/>
            </a:ext>
          </a:extLst>
        </p:cNvPr>
        <p:cNvGrpSpPr/>
        <p:nvPr/>
      </p:nvGrpSpPr>
      <p:grpSpPr>
        <a:xfrm>
          <a:off x="0" y="0"/>
          <a:ext cx="0" cy="0"/>
          <a:chOff x="0" y="0"/>
          <a:chExt cx="0" cy="0"/>
        </a:xfrm>
      </p:grpSpPr>
      <p:sp>
        <p:nvSpPr>
          <p:cNvPr id="541" name="Google Shape;541;p64">
            <a:extLst>
              <a:ext uri="{FF2B5EF4-FFF2-40B4-BE49-F238E27FC236}">
                <a16:creationId xmlns:a16="http://schemas.microsoft.com/office/drawing/2014/main" id="{AA6797CA-9EA2-0169-F754-5EC0A8837EC8}"/>
              </a:ext>
            </a:extLst>
          </p:cNvPr>
          <p:cNvSpPr txBox="1">
            <a:spLocks noGrp="1"/>
          </p:cNvSpPr>
          <p:nvPr>
            <p:ph type="subTitle" idx="1"/>
          </p:nvPr>
        </p:nvSpPr>
        <p:spPr>
          <a:xfrm>
            <a:off x="143767" y="713454"/>
            <a:ext cx="5670879" cy="1277578"/>
          </a:xfrm>
          <a:prstGeom prst="rect">
            <a:avLst/>
          </a:prstGeom>
        </p:spPr>
        <p:txBody>
          <a:bodyPr spcFirstLastPara="1" wrap="square" lIns="91425" tIns="91425" rIns="91425" bIns="91425" anchor="t" anchorCtr="0">
            <a:noAutofit/>
          </a:bodyPr>
          <a:lstStyle/>
          <a:p>
            <a:pPr marL="0" lvl="0" indent="0" algn="just" rtl="0">
              <a:spcBef>
                <a:spcPts val="0"/>
              </a:spcBef>
              <a:spcAft>
                <a:spcPts val="1200"/>
              </a:spcAft>
              <a:buNone/>
            </a:pPr>
            <a:r>
              <a:rPr lang="en" sz="1200" dirty="0"/>
              <a:t>While this slide does contain some helpful information, it hasn’t been updated in a while, and some of what it discusses has been automated.</a:t>
            </a:r>
          </a:p>
          <a:p>
            <a:pPr marL="0" lvl="0" indent="0" algn="just" rtl="0">
              <a:spcBef>
                <a:spcPts val="0"/>
              </a:spcBef>
              <a:spcAft>
                <a:spcPts val="1200"/>
              </a:spcAft>
              <a:buNone/>
            </a:pPr>
            <a:r>
              <a:rPr lang="en" sz="1200" dirty="0"/>
              <a:t>The only two important bits on here that still apply to everyone are the </a:t>
            </a:r>
            <a:r>
              <a:rPr lang="en" sz="1200" b="1" i="1" dirty="0"/>
              <a:t>“Important!!”</a:t>
            </a:r>
            <a:r>
              <a:rPr lang="en" sz="1200" dirty="0"/>
              <a:t> message (seen on the right of this slide) and </a:t>
            </a:r>
            <a:r>
              <a:rPr lang="en" sz="1200" b="1" dirty="0"/>
              <a:t>“Bug Reporting”</a:t>
            </a:r>
            <a:r>
              <a:rPr lang="en" sz="1200" dirty="0"/>
              <a:t> (included below).</a:t>
            </a:r>
            <a:endParaRPr sz="1200" dirty="0"/>
          </a:p>
        </p:txBody>
      </p:sp>
      <p:sp>
        <p:nvSpPr>
          <p:cNvPr id="2" name="Google Shape;578;p70">
            <a:extLst>
              <a:ext uri="{FF2B5EF4-FFF2-40B4-BE49-F238E27FC236}">
                <a16:creationId xmlns:a16="http://schemas.microsoft.com/office/drawing/2014/main" id="{CD4C37CF-4940-1CF9-E819-DEFE730E0E7A}"/>
              </a:ext>
            </a:extLst>
          </p:cNvPr>
          <p:cNvSpPr txBox="1">
            <a:spLocks/>
          </p:cNvSpPr>
          <p:nvPr/>
        </p:nvSpPr>
        <p:spPr>
          <a:xfrm>
            <a:off x="143768" y="205637"/>
            <a:ext cx="2266732"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Instructions</a:t>
            </a:r>
          </a:p>
        </p:txBody>
      </p:sp>
      <p:pic>
        <p:nvPicPr>
          <p:cNvPr id="5" name="Picture 4">
            <a:extLst>
              <a:ext uri="{FF2B5EF4-FFF2-40B4-BE49-F238E27FC236}">
                <a16:creationId xmlns:a16="http://schemas.microsoft.com/office/drawing/2014/main" id="{B5AB678E-1A4A-6CA6-B316-6C59E19677E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185875" y="428792"/>
            <a:ext cx="2904433" cy="1783423"/>
          </a:xfrm>
          <a:prstGeom prst="rect">
            <a:avLst/>
          </a:prstGeom>
        </p:spPr>
      </p:pic>
      <p:sp>
        <p:nvSpPr>
          <p:cNvPr id="8" name="Google Shape;541;p64">
            <a:extLst>
              <a:ext uri="{FF2B5EF4-FFF2-40B4-BE49-F238E27FC236}">
                <a16:creationId xmlns:a16="http://schemas.microsoft.com/office/drawing/2014/main" id="{C29560D5-8DBB-17DF-04E5-DB7B80D1D493}"/>
              </a:ext>
            </a:extLst>
          </p:cNvPr>
          <p:cNvSpPr txBox="1">
            <a:spLocks/>
          </p:cNvSpPr>
          <p:nvPr/>
        </p:nvSpPr>
        <p:spPr>
          <a:xfrm>
            <a:off x="143767" y="2129665"/>
            <a:ext cx="8946541" cy="266386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l">
              <a:spcAft>
                <a:spcPts val="1200"/>
              </a:spcAft>
            </a:pPr>
            <a:r>
              <a:rPr lang="en-US" sz="1100" b="1" dirty="0"/>
              <a:t>Reporting Bugs: (Feature requests also welcome.)</a:t>
            </a:r>
          </a:p>
          <a:p>
            <a:pPr marL="0" indent="0" algn="just">
              <a:spcAft>
                <a:spcPts val="1200"/>
              </a:spcAft>
            </a:pPr>
            <a:r>
              <a:rPr lang="en-US" sz="1100" dirty="0"/>
              <a:t>If you discover what you suspect to be a bug, I am happy to try to fix it. To make reproducing the error easier, please write a message (a Word or txt file) letting me know what you were doing before encountering the problem. Then, add both that file and your current copy of this spreadsheet into a zip file. You can either ask your team leader to send it to me via Kakao Talk, or you can email it to me at dyb.warrenfeltmate@gmail.com.</a:t>
            </a:r>
          </a:p>
          <a:p>
            <a:pPr marL="0" indent="0" algn="l"/>
            <a:r>
              <a:rPr lang="en-US" sz="1200" dirty="0"/>
              <a:t>Please also include the following details:</a:t>
            </a:r>
          </a:p>
          <a:p>
            <a:pPr marL="0" indent="0" algn="l"/>
            <a:r>
              <a:rPr lang="en-US" sz="1000" dirty="0"/>
              <a:t>- OS &amp; Version (e.g. Windows 11 or MacOS 14.7.3)</a:t>
            </a:r>
          </a:p>
          <a:p>
            <a:pPr marL="0" indent="0" algn="l"/>
            <a:r>
              <a:rPr lang="en-US" sz="1000" dirty="0"/>
              <a:t>- MS Office version (e.g. Microsoft 365 or Office 2016)</a:t>
            </a:r>
          </a:p>
          <a:p>
            <a:pPr marL="0" indent="0" algn="l"/>
            <a:r>
              <a:rPr lang="en-US" sz="1000" dirty="0"/>
              <a:t>- Do you use cloud storage (e.g. OneDrive, iCloud, Google Drive)? If so, which?</a:t>
            </a:r>
          </a:p>
          <a:p>
            <a:pPr marL="0" indent="0" algn="l"/>
            <a:r>
              <a:rPr lang="en-US" sz="1000" dirty="0"/>
              <a:t>- Where did you save this file? (Please send the complete path.)</a:t>
            </a:r>
          </a:p>
          <a:p>
            <a:pPr marL="0" indent="0" algn="l"/>
            <a:r>
              <a:rPr lang="en-US" sz="1000" dirty="0"/>
              <a:t>- Was the Resources folder successfully created? If so, what files are present in it?</a:t>
            </a:r>
          </a:p>
          <a:p>
            <a:pPr marL="0" indent="0" algn="l"/>
            <a:r>
              <a:rPr lang="en-US" sz="1000" dirty="0"/>
              <a:t>- What button did you click, if any?</a:t>
            </a:r>
          </a:p>
          <a:p>
            <a:pPr marL="0" indent="0" algn="l"/>
            <a:r>
              <a:rPr lang="en-US" sz="1000" dirty="0"/>
              <a:t>- What error message, if any, was displayed?</a:t>
            </a:r>
          </a:p>
          <a:p>
            <a:pPr marL="0" indent="0" algn="l"/>
            <a:r>
              <a:rPr lang="en-US" sz="1000" dirty="0"/>
              <a:t>- Did you install SpeakingEvals.scpt (MacOS only)?</a:t>
            </a:r>
          </a:p>
        </p:txBody>
      </p:sp>
    </p:spTree>
    <p:extLst>
      <p:ext uri="{BB962C8B-B14F-4D97-AF65-F5344CB8AC3E}">
        <p14:creationId xmlns:p14="http://schemas.microsoft.com/office/powerpoint/2010/main" val="2917893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7">
          <a:extLst>
            <a:ext uri="{FF2B5EF4-FFF2-40B4-BE49-F238E27FC236}">
              <a16:creationId xmlns:a16="http://schemas.microsoft.com/office/drawing/2014/main" id="{B5716A78-1916-C982-D73F-525CBF8E2A37}"/>
            </a:ext>
          </a:extLst>
        </p:cNvPr>
        <p:cNvGrpSpPr/>
        <p:nvPr/>
      </p:nvGrpSpPr>
      <p:grpSpPr>
        <a:xfrm>
          <a:off x="0" y="0"/>
          <a:ext cx="0" cy="0"/>
          <a:chOff x="0" y="0"/>
          <a:chExt cx="0" cy="0"/>
        </a:xfrm>
      </p:grpSpPr>
      <p:sp>
        <p:nvSpPr>
          <p:cNvPr id="578" name="Google Shape;578;p70">
            <a:extLst>
              <a:ext uri="{FF2B5EF4-FFF2-40B4-BE49-F238E27FC236}">
                <a16:creationId xmlns:a16="http://schemas.microsoft.com/office/drawing/2014/main" id="{53C89CA9-1CBB-CD6E-D533-24DDC158B16D}"/>
              </a:ext>
            </a:extLst>
          </p:cNvPr>
          <p:cNvSpPr txBox="1">
            <a:spLocks noGrp="1"/>
          </p:cNvSpPr>
          <p:nvPr>
            <p:ph type="title"/>
          </p:nvPr>
        </p:nvSpPr>
        <p:spPr>
          <a:xfrm>
            <a:off x="867300" y="2366275"/>
            <a:ext cx="74094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Options</a:t>
            </a:r>
            <a:endParaRPr dirty="0"/>
          </a:p>
        </p:txBody>
      </p:sp>
      <p:sp>
        <p:nvSpPr>
          <p:cNvPr id="579" name="Google Shape;579;p70">
            <a:extLst>
              <a:ext uri="{FF2B5EF4-FFF2-40B4-BE49-F238E27FC236}">
                <a16:creationId xmlns:a16="http://schemas.microsoft.com/office/drawing/2014/main" id="{B1C94070-49EF-1FCA-2877-B92EBCD24349}"/>
              </a:ext>
            </a:extLst>
          </p:cNvPr>
          <p:cNvSpPr txBox="1">
            <a:spLocks noGrp="1"/>
          </p:cNvSpPr>
          <p:nvPr>
            <p:ph type="title" idx="2"/>
          </p:nvPr>
        </p:nvSpPr>
        <p:spPr>
          <a:xfrm>
            <a:off x="3746550" y="1339163"/>
            <a:ext cx="1650900" cy="97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02</a:t>
            </a:r>
            <a:endParaRPr dirty="0"/>
          </a:p>
        </p:txBody>
      </p:sp>
      <p:sp>
        <p:nvSpPr>
          <p:cNvPr id="3" name="Subtitle 2">
            <a:extLst>
              <a:ext uri="{FF2B5EF4-FFF2-40B4-BE49-F238E27FC236}">
                <a16:creationId xmlns:a16="http://schemas.microsoft.com/office/drawing/2014/main" id="{B5E0F273-DA68-E62A-5288-7998124DE06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18554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5DEA0FE0-E179-D5DE-337F-AE8B7374C68C}"/>
            </a:ext>
          </a:extLst>
        </p:cNvPr>
        <p:cNvGrpSpPr/>
        <p:nvPr/>
      </p:nvGrpSpPr>
      <p:grpSpPr>
        <a:xfrm>
          <a:off x="0" y="0"/>
          <a:ext cx="0" cy="0"/>
          <a:chOff x="0" y="0"/>
          <a:chExt cx="0" cy="0"/>
        </a:xfrm>
      </p:grpSpPr>
      <p:sp>
        <p:nvSpPr>
          <p:cNvPr id="541" name="Google Shape;541;p64">
            <a:extLst>
              <a:ext uri="{FF2B5EF4-FFF2-40B4-BE49-F238E27FC236}">
                <a16:creationId xmlns:a16="http://schemas.microsoft.com/office/drawing/2014/main" id="{064A7410-78AF-5A22-5053-858163DCA89F}"/>
              </a:ext>
            </a:extLst>
          </p:cNvPr>
          <p:cNvSpPr txBox="1">
            <a:spLocks noGrp="1"/>
          </p:cNvSpPr>
          <p:nvPr>
            <p:ph type="subTitle" idx="1"/>
          </p:nvPr>
        </p:nvSpPr>
        <p:spPr>
          <a:xfrm>
            <a:off x="143767" y="957438"/>
            <a:ext cx="8437877" cy="1858296"/>
          </a:xfrm>
          <a:prstGeom prst="rect">
            <a:avLst/>
          </a:prstGeom>
        </p:spPr>
        <p:txBody>
          <a:bodyPr spcFirstLastPara="1" wrap="square" lIns="91425" tIns="91425" rIns="91425" bIns="91425" anchor="t" anchorCtr="0">
            <a:noAutofit/>
          </a:bodyPr>
          <a:lstStyle/>
          <a:p>
            <a:pPr marL="0" lvl="0" indent="0" algn="just" rtl="0">
              <a:spcBef>
                <a:spcPts val="0"/>
              </a:spcBef>
              <a:spcAft>
                <a:spcPts val="1200"/>
              </a:spcAft>
              <a:buNone/>
            </a:pPr>
            <a:r>
              <a:rPr lang="en" sz="1200" dirty="0"/>
              <a:t>This will automatically add a copy of your signature to each report instead of having to manually sign each. </a:t>
            </a:r>
          </a:p>
          <a:p>
            <a:pPr marL="0" lvl="0" indent="0" algn="just" rtl="0">
              <a:spcBef>
                <a:spcPts val="0"/>
              </a:spcBef>
              <a:spcAft>
                <a:spcPts val="1200"/>
              </a:spcAft>
              <a:buNone/>
            </a:pPr>
            <a:r>
              <a:rPr lang="en" sz="1200" dirty="0"/>
              <a:t>The instructions to do so can be found on the Options sheet, but the basic idea is that once you have a digital image of you signature (.png or .jpg with a </a:t>
            </a:r>
            <a:r>
              <a:rPr lang="en" sz="1200" b="1" i="1" dirty="0"/>
              <a:t>white</a:t>
            </a:r>
            <a:r>
              <a:rPr lang="en" sz="1200" dirty="0"/>
              <a:t> background), you can simply click on the “Import Signature” button to select it and insert it into the spreadsheet.</a:t>
            </a:r>
          </a:p>
          <a:p>
            <a:pPr marL="0" lvl="0" indent="0" algn="just" rtl="0">
              <a:spcBef>
                <a:spcPts val="0"/>
              </a:spcBef>
              <a:spcAft>
                <a:spcPts val="1200"/>
              </a:spcAft>
              <a:buNone/>
            </a:pPr>
            <a:r>
              <a:rPr lang="en" sz="1200" dirty="0"/>
              <a:t>After inserting it, the grey “Signature Missing” button should turn into a green “Signature Embedded” one. You can also click on either of these buttons to enable/disable it being inserted into the generate reports.</a:t>
            </a:r>
          </a:p>
          <a:p>
            <a:pPr marL="0" lvl="0" indent="0" algn="just" rtl="0">
              <a:spcBef>
                <a:spcPts val="0"/>
              </a:spcBef>
              <a:spcAft>
                <a:spcPts val="1200"/>
              </a:spcAft>
              <a:buNone/>
            </a:pPr>
            <a:endParaRPr lang="en" sz="1200" dirty="0"/>
          </a:p>
          <a:p>
            <a:pPr marL="0" lvl="0" indent="0" algn="just" rtl="0">
              <a:spcBef>
                <a:spcPts val="0"/>
              </a:spcBef>
              <a:spcAft>
                <a:spcPts val="1200"/>
              </a:spcAft>
              <a:buNone/>
            </a:pPr>
            <a:endParaRPr lang="en" sz="1200" dirty="0"/>
          </a:p>
          <a:p>
            <a:pPr marL="0" lvl="0" indent="0" algn="just" rtl="0">
              <a:spcBef>
                <a:spcPts val="0"/>
              </a:spcBef>
              <a:spcAft>
                <a:spcPts val="1200"/>
              </a:spcAft>
              <a:buNone/>
            </a:pPr>
            <a:r>
              <a:rPr lang="en" sz="1200" dirty="0"/>
              <a:t>There is an occasional odd behaviour, where Excel will change the dimensions of the image in an odd way. This is a result of the way Excel handles shapes. If you need to resize the image of your signature, you can simply click on it and resize it, the same way you would in PowerPoint. Just make sure the image fits within the confines of the blue box.</a:t>
            </a:r>
          </a:p>
        </p:txBody>
      </p:sp>
      <p:sp>
        <p:nvSpPr>
          <p:cNvPr id="2" name="Google Shape;578;p70">
            <a:extLst>
              <a:ext uri="{FF2B5EF4-FFF2-40B4-BE49-F238E27FC236}">
                <a16:creationId xmlns:a16="http://schemas.microsoft.com/office/drawing/2014/main" id="{97420147-769F-80A1-0621-C15604AF2EF5}"/>
              </a:ext>
            </a:extLst>
          </p:cNvPr>
          <p:cNvSpPr txBox="1">
            <a:spLocks/>
          </p:cNvSpPr>
          <p:nvPr/>
        </p:nvSpPr>
        <p:spPr>
          <a:xfrm>
            <a:off x="143768" y="205637"/>
            <a:ext cx="6470884"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Options – Embedding Your Signature</a:t>
            </a:r>
          </a:p>
        </p:txBody>
      </p:sp>
      <p:pic>
        <p:nvPicPr>
          <p:cNvPr id="6" name="Picture 5">
            <a:extLst>
              <a:ext uri="{FF2B5EF4-FFF2-40B4-BE49-F238E27FC236}">
                <a16:creationId xmlns:a16="http://schemas.microsoft.com/office/drawing/2014/main" id="{A76F2D25-D066-FE19-6142-9515B6C55411}"/>
              </a:ext>
            </a:extLst>
          </p:cNvPr>
          <p:cNvPicPr>
            <a:picLocks noChangeAspect="1"/>
          </p:cNvPicPr>
          <p:nvPr/>
        </p:nvPicPr>
        <p:blipFill>
          <a:blip r:embed="rId3"/>
          <a:stretch>
            <a:fillRect/>
          </a:stretch>
        </p:blipFill>
        <p:spPr>
          <a:xfrm>
            <a:off x="2788312" y="2507382"/>
            <a:ext cx="1089742" cy="616703"/>
          </a:xfrm>
          <a:prstGeom prst="rect">
            <a:avLst/>
          </a:prstGeom>
        </p:spPr>
      </p:pic>
      <p:pic>
        <p:nvPicPr>
          <p:cNvPr id="13" name="Picture 12">
            <a:extLst>
              <a:ext uri="{FF2B5EF4-FFF2-40B4-BE49-F238E27FC236}">
                <a16:creationId xmlns:a16="http://schemas.microsoft.com/office/drawing/2014/main" id="{290047D0-EB29-36D3-E150-65505A6C48E4}"/>
              </a:ext>
            </a:extLst>
          </p:cNvPr>
          <p:cNvPicPr>
            <a:picLocks noChangeAspect="1"/>
          </p:cNvPicPr>
          <p:nvPr/>
        </p:nvPicPr>
        <p:blipFill>
          <a:blip r:embed="rId4"/>
          <a:stretch>
            <a:fillRect/>
          </a:stretch>
        </p:blipFill>
        <p:spPr>
          <a:xfrm>
            <a:off x="2788311" y="4056785"/>
            <a:ext cx="3567378" cy="780967"/>
          </a:xfrm>
          <a:prstGeom prst="rect">
            <a:avLst/>
          </a:prstGeom>
        </p:spPr>
      </p:pic>
      <p:grpSp>
        <p:nvGrpSpPr>
          <p:cNvPr id="20" name="Group 19">
            <a:extLst>
              <a:ext uri="{FF2B5EF4-FFF2-40B4-BE49-F238E27FC236}">
                <a16:creationId xmlns:a16="http://schemas.microsoft.com/office/drawing/2014/main" id="{DDB1F64A-E299-5045-131D-4889697948D1}"/>
              </a:ext>
            </a:extLst>
          </p:cNvPr>
          <p:cNvGrpSpPr/>
          <p:nvPr/>
        </p:nvGrpSpPr>
        <p:grpSpPr>
          <a:xfrm>
            <a:off x="4119315" y="2505393"/>
            <a:ext cx="2236374" cy="618692"/>
            <a:chOff x="2232578" y="2507665"/>
            <a:chExt cx="2236374" cy="618692"/>
          </a:xfrm>
        </p:grpSpPr>
        <p:pic>
          <p:nvPicPr>
            <p:cNvPr id="15" name="Picture 14">
              <a:extLst>
                <a:ext uri="{FF2B5EF4-FFF2-40B4-BE49-F238E27FC236}">
                  <a16:creationId xmlns:a16="http://schemas.microsoft.com/office/drawing/2014/main" id="{C710580B-A847-BCC8-C8F2-4B2BF12D4327}"/>
                </a:ext>
              </a:extLst>
            </p:cNvPr>
            <p:cNvPicPr>
              <a:picLocks noChangeAspect="1"/>
            </p:cNvPicPr>
            <p:nvPr/>
          </p:nvPicPr>
          <p:blipFill>
            <a:blip r:embed="rId5"/>
            <a:stretch>
              <a:fillRect/>
            </a:stretch>
          </p:blipFill>
          <p:spPr>
            <a:xfrm>
              <a:off x="2232578" y="2507665"/>
              <a:ext cx="1089742" cy="618692"/>
            </a:xfrm>
            <a:prstGeom prst="rect">
              <a:avLst/>
            </a:prstGeom>
          </p:spPr>
        </p:pic>
        <p:pic>
          <p:nvPicPr>
            <p:cNvPr id="17" name="Picture 16">
              <a:extLst>
                <a:ext uri="{FF2B5EF4-FFF2-40B4-BE49-F238E27FC236}">
                  <a16:creationId xmlns:a16="http://schemas.microsoft.com/office/drawing/2014/main" id="{8DCB4CC6-D60C-335B-E9AD-0C23664BA6F7}"/>
                </a:ext>
              </a:extLst>
            </p:cNvPr>
            <p:cNvPicPr>
              <a:picLocks noChangeAspect="1"/>
            </p:cNvPicPr>
            <p:nvPr/>
          </p:nvPicPr>
          <p:blipFill>
            <a:blip r:embed="rId6"/>
            <a:stretch>
              <a:fillRect/>
            </a:stretch>
          </p:blipFill>
          <p:spPr>
            <a:xfrm>
              <a:off x="3379210" y="2507665"/>
              <a:ext cx="1089742" cy="618692"/>
            </a:xfrm>
            <a:prstGeom prst="rect">
              <a:avLst/>
            </a:prstGeom>
          </p:spPr>
        </p:pic>
        <p:sp>
          <p:nvSpPr>
            <p:cNvPr id="19" name="Arrow: Left-Right 18">
              <a:extLst>
                <a:ext uri="{FF2B5EF4-FFF2-40B4-BE49-F238E27FC236}">
                  <a16:creationId xmlns:a16="http://schemas.microsoft.com/office/drawing/2014/main" id="{210ADB58-EA88-612E-39E1-40219B81932F}"/>
                </a:ext>
              </a:extLst>
            </p:cNvPr>
            <p:cNvSpPr/>
            <p:nvPr/>
          </p:nvSpPr>
          <p:spPr>
            <a:xfrm>
              <a:off x="3097276" y="2671105"/>
              <a:ext cx="506978" cy="291813"/>
            </a:xfrm>
            <a:prstGeom prst="leftRightArrow">
              <a:avLst>
                <a:gd name="adj1" fmla="val 40472"/>
                <a:gd name="adj2" fmla="val 59527"/>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547044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24A19A81-30B5-E37A-DAEF-B61084050B93}"/>
            </a:ext>
          </a:extLst>
        </p:cNvPr>
        <p:cNvGrpSpPr/>
        <p:nvPr/>
      </p:nvGrpSpPr>
      <p:grpSpPr>
        <a:xfrm>
          <a:off x="0" y="0"/>
          <a:ext cx="0" cy="0"/>
          <a:chOff x="0" y="0"/>
          <a:chExt cx="0" cy="0"/>
        </a:xfrm>
      </p:grpSpPr>
      <p:sp>
        <p:nvSpPr>
          <p:cNvPr id="541" name="Google Shape;541;p64">
            <a:extLst>
              <a:ext uri="{FF2B5EF4-FFF2-40B4-BE49-F238E27FC236}">
                <a16:creationId xmlns:a16="http://schemas.microsoft.com/office/drawing/2014/main" id="{B079EF2A-D096-2488-93E4-A233E0995B69}"/>
              </a:ext>
            </a:extLst>
          </p:cNvPr>
          <p:cNvSpPr txBox="1">
            <a:spLocks noGrp="1"/>
          </p:cNvSpPr>
          <p:nvPr>
            <p:ph type="subTitle" idx="1"/>
          </p:nvPr>
        </p:nvSpPr>
        <p:spPr>
          <a:xfrm>
            <a:off x="143767" y="757576"/>
            <a:ext cx="6424673" cy="4027784"/>
          </a:xfrm>
          <a:prstGeom prst="rect">
            <a:avLst/>
          </a:prstGeom>
        </p:spPr>
        <p:txBody>
          <a:bodyPr spcFirstLastPara="1" wrap="square" lIns="91425" tIns="91425" rIns="91425" bIns="91425" anchor="t" anchorCtr="0">
            <a:noAutofit/>
          </a:bodyPr>
          <a:lstStyle/>
          <a:p>
            <a:pPr marL="0" lvl="0" indent="0" algn="l"/>
            <a:r>
              <a:rPr lang="en" sz="1200" dirty="0"/>
              <a:t>Options with black text can be changed. Options with grey text are either</a:t>
            </a:r>
          </a:p>
          <a:p>
            <a:pPr marL="0" lvl="0" indent="0" algn="l"/>
            <a:r>
              <a:rPr lang="en" sz="1200" dirty="0"/>
              <a:t>presently disabled (code is still being finalized/updated) or simply report</a:t>
            </a:r>
          </a:p>
          <a:p>
            <a:pPr marL="0" lvl="0" indent="0" algn="l">
              <a:spcAft>
                <a:spcPts val="600"/>
              </a:spcAft>
            </a:pPr>
            <a:r>
              <a:rPr lang="en" sz="1200" dirty="0"/>
              <a:t>status (e.g., if the needed fonts were successfully installed).</a:t>
            </a:r>
          </a:p>
          <a:p>
            <a:pPr marL="0" lvl="0" indent="0" algn="l">
              <a:spcAft>
                <a:spcPts val="1200"/>
              </a:spcAft>
            </a:pPr>
            <a:r>
              <a:rPr lang="en" sz="1200" dirty="0"/>
              <a:t>Most can be left as their defaults, but here is a quick overview of each:</a:t>
            </a:r>
          </a:p>
          <a:p>
            <a:pPr marL="0" lvl="0" indent="0" algn="l" rtl="0">
              <a:spcBef>
                <a:spcPts val="0"/>
              </a:spcBef>
              <a:tabLst>
                <a:tab pos="2057400" algn="l"/>
              </a:tabLst>
            </a:pPr>
            <a:r>
              <a:rPr lang="en" sz="1200" b="1" dirty="0"/>
              <a:t>Microsoft Office Version:	</a:t>
            </a:r>
            <a:r>
              <a:rPr lang="en" sz="1200" dirty="0"/>
              <a:t>Currently only helps ensure the spreadsheet layouts</a:t>
            </a:r>
          </a:p>
          <a:p>
            <a:pPr marL="0" lvl="0" indent="0" algn="just" rtl="0">
              <a:spcBef>
                <a:spcPts val="0"/>
              </a:spcBef>
              <a:tabLst>
                <a:tab pos="2057400" algn="l"/>
              </a:tabLst>
            </a:pPr>
            <a:r>
              <a:rPr lang="en" sz="1200" dirty="0"/>
              <a:t> 	appear correctly. At present, this only needs to be</a:t>
            </a:r>
          </a:p>
          <a:p>
            <a:pPr marL="0" lvl="0" indent="0" algn="just" rtl="0">
              <a:spcBef>
                <a:spcPts val="0"/>
              </a:spcBef>
              <a:spcAft>
                <a:spcPts val="600"/>
              </a:spcAft>
              <a:tabLst>
                <a:tab pos="2057400" algn="l"/>
              </a:tabLst>
            </a:pPr>
            <a:r>
              <a:rPr lang="en" sz="1200" dirty="0"/>
              <a:t> 	changed if you are using MS Office 2016.</a:t>
            </a:r>
          </a:p>
          <a:p>
            <a:pPr marL="0" lvl="0" indent="0" algn="just" rtl="0">
              <a:spcBef>
                <a:spcPts val="0"/>
              </a:spcBef>
              <a:tabLst>
                <a:tab pos="2057400" algn="l"/>
              </a:tabLst>
            </a:pPr>
            <a:r>
              <a:rPr lang="en" sz="1200" b="1" dirty="0"/>
              <a:t>Display tips when…:	</a:t>
            </a:r>
            <a:r>
              <a:rPr lang="en" sz="1200" dirty="0"/>
              <a:t>A yellow box will appear with helpful information</a:t>
            </a:r>
          </a:p>
          <a:p>
            <a:pPr marL="0" lvl="0" indent="0" algn="just" rtl="0">
              <a:spcBef>
                <a:spcPts val="0"/>
              </a:spcBef>
              <a:spcAft>
                <a:spcPts val="600"/>
              </a:spcAft>
              <a:tabLst>
                <a:tab pos="2057400" algn="l"/>
              </a:tabLst>
            </a:pPr>
            <a:r>
              <a:rPr lang="en" sz="1200" dirty="0"/>
              <a:t>	related to the cell you are currently editting.</a:t>
            </a:r>
          </a:p>
          <a:p>
            <a:pPr marL="0" lvl="0" indent="0" algn="just" rtl="0">
              <a:spcBef>
                <a:spcPts val="0"/>
              </a:spcBef>
              <a:tabLst>
                <a:tab pos="2057400" algn="l"/>
              </a:tabLst>
            </a:pPr>
            <a:r>
              <a:rPr lang="en" sz="1200" b="1" dirty="0"/>
              <a:t>Open destination…:	</a:t>
            </a:r>
            <a:r>
              <a:rPr lang="en" sz="1200" dirty="0"/>
              <a:t>After successfully creating reports or certificates, the</a:t>
            </a:r>
          </a:p>
          <a:p>
            <a:pPr marL="0" lvl="0" indent="0" algn="just" rtl="0">
              <a:spcBef>
                <a:spcPts val="0"/>
              </a:spcBef>
              <a:spcAft>
                <a:spcPts val="600"/>
              </a:spcAft>
              <a:tabLst>
                <a:tab pos="2057400" algn="l"/>
              </a:tabLst>
            </a:pPr>
            <a:r>
              <a:rPr lang="en" sz="1200" dirty="0"/>
              <a:t>	folder where the files have been saved to will open.</a:t>
            </a:r>
          </a:p>
          <a:p>
            <a:pPr marL="0" lvl="0" indent="0" algn="just" rtl="0">
              <a:spcBef>
                <a:spcPts val="0"/>
              </a:spcBef>
              <a:tabLst>
                <a:tab pos="2057400" algn="l"/>
              </a:tabLst>
            </a:pPr>
            <a:r>
              <a:rPr lang="en" sz="1200" b="1" dirty="0"/>
              <a:t>Preferred Date…:	</a:t>
            </a:r>
            <a:r>
              <a:rPr lang="en" sz="1200" dirty="0"/>
              <a:t>This will change how the date appears on reports</a:t>
            </a:r>
          </a:p>
          <a:p>
            <a:pPr marL="0" lvl="0" indent="0" algn="just" rtl="0">
              <a:spcBef>
                <a:spcPts val="0"/>
              </a:spcBef>
              <a:spcAft>
                <a:spcPts val="600"/>
              </a:spcAft>
              <a:tabLst>
                <a:tab pos="2057400" algn="l"/>
              </a:tabLst>
            </a:pPr>
            <a:r>
              <a:rPr lang="en" sz="1200" dirty="0"/>
              <a:t>	and certificates.</a:t>
            </a:r>
          </a:p>
          <a:p>
            <a:pPr marL="0" lvl="0" indent="0" algn="just" rtl="0">
              <a:spcBef>
                <a:spcPts val="0"/>
              </a:spcBef>
              <a:tabLst>
                <a:tab pos="2057400" algn="l"/>
              </a:tabLst>
            </a:pPr>
            <a:r>
              <a:rPr lang="en" sz="1200" b="1" dirty="0"/>
              <a:t>Hide SAVE ERROR…:	</a:t>
            </a:r>
            <a:r>
              <a:rPr lang="en" sz="1200" dirty="0"/>
              <a:t>Toggle whether a message appears when starting to</a:t>
            </a:r>
          </a:p>
          <a:p>
            <a:pPr marL="0" lvl="0" indent="0" algn="just" rtl="0">
              <a:spcBef>
                <a:spcPts val="0"/>
              </a:spcBef>
              <a:tabLst>
                <a:tab pos="2057400" algn="l"/>
              </a:tabLst>
            </a:pPr>
            <a:r>
              <a:rPr lang="en" sz="1200" dirty="0"/>
              <a:t>	generate reports/certificates. This message contains</a:t>
            </a:r>
          </a:p>
          <a:p>
            <a:pPr marL="0" lvl="0" indent="0" algn="just" rtl="0">
              <a:spcBef>
                <a:spcPts val="0"/>
              </a:spcBef>
              <a:tabLst>
                <a:tab pos="2057400" algn="l"/>
              </a:tabLst>
            </a:pPr>
            <a:r>
              <a:rPr lang="en" sz="1200" dirty="0"/>
              <a:t>	information about an odd PowerPoint quirk. After</a:t>
            </a:r>
          </a:p>
          <a:p>
            <a:pPr marL="0" lvl="0" indent="0" algn="l" rtl="0">
              <a:spcBef>
                <a:spcPts val="0"/>
              </a:spcBef>
              <a:spcAft>
                <a:spcPts val="600"/>
              </a:spcAft>
              <a:tabLst>
                <a:tab pos="2057400" algn="l"/>
              </a:tabLst>
            </a:pPr>
            <a:r>
              <a:rPr lang="en" sz="1200" dirty="0"/>
              <a:t>	reading it, it’s safe to set this to </a:t>
            </a:r>
            <a:r>
              <a:rPr lang="en" sz="1200" b="1" i="1" dirty="0"/>
              <a:t>Yes</a:t>
            </a:r>
            <a:r>
              <a:rPr lang="en" sz="1200" dirty="0"/>
              <a:t>.</a:t>
            </a:r>
            <a:endParaRPr lang="en" sz="1200" b="1" dirty="0"/>
          </a:p>
        </p:txBody>
      </p:sp>
      <p:sp>
        <p:nvSpPr>
          <p:cNvPr id="2" name="Google Shape;578;p70">
            <a:extLst>
              <a:ext uri="{FF2B5EF4-FFF2-40B4-BE49-F238E27FC236}">
                <a16:creationId xmlns:a16="http://schemas.microsoft.com/office/drawing/2014/main" id="{82A6090D-60A0-3047-AEB4-8DCE2AD4B40D}"/>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Options – User Preferences</a:t>
            </a:r>
          </a:p>
        </p:txBody>
      </p:sp>
      <p:pic>
        <p:nvPicPr>
          <p:cNvPr id="3" name="Picture 2">
            <a:extLst>
              <a:ext uri="{FF2B5EF4-FFF2-40B4-BE49-F238E27FC236}">
                <a16:creationId xmlns:a16="http://schemas.microsoft.com/office/drawing/2014/main" id="{0135F4A2-D50F-D1CE-362E-C4694CA866B1}"/>
              </a:ext>
            </a:extLst>
          </p:cNvPr>
          <p:cNvPicPr>
            <a:picLocks noChangeAspect="1"/>
          </p:cNvPicPr>
          <p:nvPr/>
        </p:nvPicPr>
        <p:blipFill>
          <a:blip r:embed="rId3"/>
          <a:srcRect/>
          <a:stretch/>
        </p:blipFill>
        <p:spPr>
          <a:xfrm>
            <a:off x="6722256" y="960120"/>
            <a:ext cx="2326116" cy="3590430"/>
          </a:xfrm>
          <a:prstGeom prst="rect">
            <a:avLst/>
          </a:prstGeom>
        </p:spPr>
      </p:pic>
    </p:spTree>
    <p:extLst>
      <p:ext uri="{BB962C8B-B14F-4D97-AF65-F5344CB8AC3E}">
        <p14:creationId xmlns:p14="http://schemas.microsoft.com/office/powerpoint/2010/main" val="2695867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4340DBAB-07D4-3EBD-2C90-35EBA6D0A877}"/>
            </a:ext>
          </a:extLst>
        </p:cNvPr>
        <p:cNvGrpSpPr/>
        <p:nvPr/>
      </p:nvGrpSpPr>
      <p:grpSpPr>
        <a:xfrm>
          <a:off x="0" y="0"/>
          <a:ext cx="0" cy="0"/>
          <a:chOff x="0" y="0"/>
          <a:chExt cx="0" cy="0"/>
        </a:xfrm>
      </p:grpSpPr>
      <p:sp>
        <p:nvSpPr>
          <p:cNvPr id="541" name="Google Shape;541;p64">
            <a:extLst>
              <a:ext uri="{FF2B5EF4-FFF2-40B4-BE49-F238E27FC236}">
                <a16:creationId xmlns:a16="http://schemas.microsoft.com/office/drawing/2014/main" id="{F4078946-AD99-C0AB-17DB-9A8D52C8EE04}"/>
              </a:ext>
            </a:extLst>
          </p:cNvPr>
          <p:cNvSpPr txBox="1">
            <a:spLocks noGrp="1"/>
          </p:cNvSpPr>
          <p:nvPr>
            <p:ph type="subTitle" idx="1"/>
          </p:nvPr>
        </p:nvSpPr>
        <p:spPr>
          <a:xfrm>
            <a:off x="143767" y="757575"/>
            <a:ext cx="6476489" cy="4180287"/>
          </a:xfrm>
          <a:prstGeom prst="rect">
            <a:avLst/>
          </a:prstGeom>
        </p:spPr>
        <p:txBody>
          <a:bodyPr spcFirstLastPara="1" wrap="square" lIns="91425" tIns="91425" rIns="91425" bIns="91425" anchor="t" anchorCtr="0">
            <a:noAutofit/>
          </a:bodyPr>
          <a:lstStyle/>
          <a:p>
            <a:pPr marL="0" lvl="0" indent="0" algn="l"/>
            <a:r>
              <a:rPr lang="en" sz="1200" dirty="0"/>
              <a:t>Options with black text can be changed. Options with grey text are either</a:t>
            </a:r>
          </a:p>
          <a:p>
            <a:pPr marL="0" lvl="0" indent="0" algn="l"/>
            <a:r>
              <a:rPr lang="en" sz="1200" dirty="0"/>
              <a:t>presently disabled (code is still being finalized/updated) or simply report</a:t>
            </a:r>
          </a:p>
          <a:p>
            <a:pPr marL="0" lvl="0" indent="0" algn="l">
              <a:spcAft>
                <a:spcPts val="600"/>
              </a:spcAft>
            </a:pPr>
            <a:r>
              <a:rPr lang="en" sz="1200" dirty="0"/>
              <a:t>status (e.g., if the needed fonts were successfully installed).</a:t>
            </a:r>
          </a:p>
          <a:p>
            <a:pPr marL="0" lvl="0" indent="0" algn="l">
              <a:spcAft>
                <a:spcPts val="1200"/>
              </a:spcAft>
            </a:pPr>
            <a:r>
              <a:rPr lang="en" sz="1200" dirty="0"/>
              <a:t>Most can be left as their defaults, but here is a quick overview of each:</a:t>
            </a:r>
          </a:p>
          <a:p>
            <a:pPr marL="0" lvl="0" indent="0" algn="just" rtl="0">
              <a:spcBef>
                <a:spcPts val="0"/>
              </a:spcBef>
              <a:tabLst>
                <a:tab pos="2057400" algn="l"/>
              </a:tabLst>
            </a:pPr>
            <a:r>
              <a:rPr lang="en" sz="1200" b="1" dirty="0"/>
              <a:t>Enable DEBUG and…:	</a:t>
            </a:r>
            <a:r>
              <a:rPr lang="en" sz="1200" dirty="0"/>
              <a:t>Toggles whether a log file will be generated after each</a:t>
            </a:r>
          </a:p>
          <a:p>
            <a:pPr marL="0" lvl="0" indent="0" algn="just" rtl="0">
              <a:spcBef>
                <a:spcPts val="0"/>
              </a:spcBef>
              <a:tabLst>
                <a:tab pos="2057400" algn="l"/>
              </a:tabLst>
            </a:pPr>
            <a:r>
              <a:rPr lang="en" sz="1200" dirty="0"/>
              <a:t>	action. The goal is to help make finding and fixing any</a:t>
            </a:r>
          </a:p>
          <a:p>
            <a:pPr marL="0" lvl="0" indent="0" algn="just" rtl="0">
              <a:spcBef>
                <a:spcPts val="0"/>
              </a:spcBef>
              <a:tabLst>
                <a:tab pos="2057400" algn="l"/>
              </a:tabLst>
            </a:pPr>
            <a:r>
              <a:rPr lang="en" sz="1200" dirty="0"/>
              <a:t>	bugs you encounter easier. These will be stored in the</a:t>
            </a:r>
          </a:p>
          <a:p>
            <a:pPr marL="0" lvl="0" indent="0" algn="just" rtl="0">
              <a:spcBef>
                <a:spcPts val="0"/>
              </a:spcBef>
              <a:spcAft>
                <a:spcPts val="300"/>
              </a:spcAft>
              <a:tabLst>
                <a:tab pos="2057400" algn="l"/>
              </a:tabLst>
            </a:pPr>
            <a:r>
              <a:rPr lang="en" sz="1200" dirty="0"/>
              <a:t>	</a:t>
            </a:r>
            <a:r>
              <a:rPr lang="en" sz="1200" b="1" i="1" dirty="0"/>
              <a:t>Logs</a:t>
            </a:r>
            <a:r>
              <a:rPr lang="en" sz="1200" dirty="0"/>
              <a:t> folder in the same location as the spreadsheet.</a:t>
            </a:r>
          </a:p>
          <a:p>
            <a:pPr marL="0" lvl="0" indent="0" algn="just" rtl="0">
              <a:spcBef>
                <a:spcPts val="0"/>
              </a:spcBef>
              <a:tabLst>
                <a:tab pos="2057400" algn="l"/>
              </a:tabLst>
            </a:pPr>
            <a:r>
              <a:rPr lang="en" sz="1200" dirty="0"/>
              <a:t>	By default, this is set to </a:t>
            </a:r>
            <a:r>
              <a:rPr lang="en" sz="1200" b="1" i="1" dirty="0"/>
              <a:t>No</a:t>
            </a:r>
            <a:r>
              <a:rPr lang="en" sz="1200" dirty="0"/>
              <a:t>. If you encounter a bug, </a:t>
            </a:r>
          </a:p>
          <a:p>
            <a:pPr marL="0" lvl="0" indent="0" algn="just" rtl="0">
              <a:spcBef>
                <a:spcPts val="0"/>
              </a:spcBef>
              <a:tabLst>
                <a:tab pos="2057400" algn="l"/>
              </a:tabLst>
            </a:pPr>
            <a:r>
              <a:rPr lang="en" sz="1200" dirty="0"/>
              <a:t>	it would be helpful if you set this to </a:t>
            </a:r>
            <a:r>
              <a:rPr lang="en" sz="1200" b="1" i="1" dirty="0"/>
              <a:t>Yes</a:t>
            </a:r>
            <a:r>
              <a:rPr lang="en" sz="1200" dirty="0"/>
              <a:t>, repeat the</a:t>
            </a:r>
          </a:p>
          <a:p>
            <a:pPr marL="0" lvl="0" indent="0" algn="just" rtl="0">
              <a:spcBef>
                <a:spcPts val="0"/>
              </a:spcBef>
              <a:tabLst>
                <a:tab pos="2057400" algn="l"/>
              </a:tabLst>
            </a:pPr>
            <a:r>
              <a:rPr lang="en" sz="1200" dirty="0"/>
              <a:t>	same actions, and include your log files when you</a:t>
            </a:r>
          </a:p>
          <a:p>
            <a:pPr marL="0" lvl="0" indent="0" algn="just" rtl="0">
              <a:spcBef>
                <a:spcPts val="0"/>
              </a:spcBef>
              <a:spcAft>
                <a:spcPts val="600"/>
              </a:spcAft>
              <a:tabLst>
                <a:tab pos="2057400" algn="l"/>
              </a:tabLst>
            </a:pPr>
            <a:r>
              <a:rPr lang="en" sz="1200" dirty="0"/>
              <a:t>	submit a bug report.</a:t>
            </a:r>
          </a:p>
          <a:p>
            <a:pPr marL="0" lvl="0" indent="0" algn="just" rtl="0">
              <a:spcBef>
                <a:spcPts val="0"/>
              </a:spcBef>
              <a:tabLst>
                <a:tab pos="2057400" algn="l"/>
              </a:tabLst>
            </a:pPr>
            <a:r>
              <a:rPr lang="en" sz="1200" b="1" dirty="0"/>
              <a:t>Enable Text Auto…:	</a:t>
            </a:r>
            <a:r>
              <a:rPr lang="en" sz="1200" dirty="0"/>
              <a:t>Excel predicting what you wish to enter in a cell has</a:t>
            </a:r>
          </a:p>
          <a:p>
            <a:pPr marL="0" lvl="0" indent="0" algn="just" rtl="0">
              <a:spcBef>
                <a:spcPts val="0"/>
              </a:spcBef>
              <a:tabLst>
                <a:tab pos="2057400" algn="l"/>
              </a:tabLst>
            </a:pPr>
            <a:r>
              <a:rPr lang="en" sz="1200" dirty="0"/>
              <a:t>	been the cause of many teachers’ frustrations when</a:t>
            </a:r>
          </a:p>
          <a:p>
            <a:pPr marL="0" lvl="0" indent="0" algn="just" rtl="0">
              <a:spcBef>
                <a:spcPts val="0"/>
              </a:spcBef>
              <a:tabLst>
                <a:tab pos="2057400" algn="l"/>
              </a:tabLst>
            </a:pPr>
            <a:r>
              <a:rPr lang="en" sz="1200" dirty="0"/>
              <a:t>	entering grades, so by default, I disable it. When you</a:t>
            </a:r>
          </a:p>
          <a:p>
            <a:pPr marL="0" lvl="0" indent="0" algn="just" rtl="0">
              <a:spcBef>
                <a:spcPts val="0"/>
              </a:spcBef>
              <a:spcAft>
                <a:spcPts val="600"/>
              </a:spcAft>
              <a:tabLst>
                <a:tab pos="2057400" algn="l"/>
              </a:tabLst>
            </a:pPr>
            <a:r>
              <a:rPr lang="en" sz="1200" dirty="0"/>
              <a:t>	close the spreadsheet, it is coded to be re-enabled.</a:t>
            </a:r>
          </a:p>
          <a:p>
            <a:pPr marL="0" lvl="0" indent="0" algn="just" rtl="0">
              <a:spcBef>
                <a:spcPts val="0"/>
              </a:spcBef>
              <a:tabLst>
                <a:tab pos="2057400" algn="l"/>
              </a:tabLst>
            </a:pPr>
            <a:r>
              <a:rPr lang="en" sz="1200" b="1" dirty="0"/>
              <a:t>Fonts &amp; 7zip:	</a:t>
            </a:r>
            <a:r>
              <a:rPr lang="en" sz="1200" dirty="0"/>
              <a:t>These values simply report if the files were succesfully</a:t>
            </a:r>
          </a:p>
          <a:p>
            <a:pPr marL="0" lvl="0" indent="0" algn="just" rtl="0">
              <a:spcBef>
                <a:spcPts val="0"/>
              </a:spcBef>
              <a:spcAft>
                <a:spcPts val="600"/>
              </a:spcAft>
              <a:tabLst>
                <a:tab pos="2057400" algn="l"/>
              </a:tabLst>
            </a:pPr>
            <a:r>
              <a:rPr lang="en" sz="1200" dirty="0"/>
              <a:t>	downloaded and installed. Both should report </a:t>
            </a:r>
            <a:r>
              <a:rPr lang="en" sz="1200" b="1" i="1" dirty="0"/>
              <a:t>Yes</a:t>
            </a:r>
            <a:r>
              <a:rPr lang="en" sz="1200" dirty="0"/>
              <a:t>.</a:t>
            </a:r>
          </a:p>
        </p:txBody>
      </p:sp>
      <p:sp>
        <p:nvSpPr>
          <p:cNvPr id="2" name="Google Shape;578;p70">
            <a:extLst>
              <a:ext uri="{FF2B5EF4-FFF2-40B4-BE49-F238E27FC236}">
                <a16:creationId xmlns:a16="http://schemas.microsoft.com/office/drawing/2014/main" id="{AF192BEA-1841-AF88-021A-FE69AD482DE8}"/>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Options – User Preferences</a:t>
            </a:r>
          </a:p>
        </p:txBody>
      </p:sp>
      <p:pic>
        <p:nvPicPr>
          <p:cNvPr id="8" name="Picture 7">
            <a:extLst>
              <a:ext uri="{FF2B5EF4-FFF2-40B4-BE49-F238E27FC236}">
                <a16:creationId xmlns:a16="http://schemas.microsoft.com/office/drawing/2014/main" id="{C11EF753-9869-84FD-E9FF-7CDEBA5C56F6}"/>
              </a:ext>
            </a:extLst>
          </p:cNvPr>
          <p:cNvPicPr>
            <a:picLocks noChangeAspect="1"/>
          </p:cNvPicPr>
          <p:nvPr/>
        </p:nvPicPr>
        <p:blipFill>
          <a:blip r:embed="rId3"/>
          <a:srcRect/>
          <a:stretch/>
        </p:blipFill>
        <p:spPr>
          <a:xfrm>
            <a:off x="6722089" y="960120"/>
            <a:ext cx="2326451" cy="3590430"/>
          </a:xfrm>
          <a:prstGeom prst="rect">
            <a:avLst/>
          </a:prstGeom>
        </p:spPr>
      </p:pic>
    </p:spTree>
    <p:extLst>
      <p:ext uri="{BB962C8B-B14F-4D97-AF65-F5344CB8AC3E}">
        <p14:creationId xmlns:p14="http://schemas.microsoft.com/office/powerpoint/2010/main" val="1814432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45169F87-BC61-272B-E3D7-9B3BE32C756F}"/>
            </a:ext>
          </a:extLst>
        </p:cNvPr>
        <p:cNvGrpSpPr/>
        <p:nvPr/>
      </p:nvGrpSpPr>
      <p:grpSpPr>
        <a:xfrm>
          <a:off x="0" y="0"/>
          <a:ext cx="0" cy="0"/>
          <a:chOff x="0" y="0"/>
          <a:chExt cx="0" cy="0"/>
        </a:xfrm>
      </p:grpSpPr>
      <p:sp>
        <p:nvSpPr>
          <p:cNvPr id="541" name="Google Shape;541;p64">
            <a:extLst>
              <a:ext uri="{FF2B5EF4-FFF2-40B4-BE49-F238E27FC236}">
                <a16:creationId xmlns:a16="http://schemas.microsoft.com/office/drawing/2014/main" id="{212FFC9C-8CA8-8339-6216-65705B80DAD9}"/>
              </a:ext>
            </a:extLst>
          </p:cNvPr>
          <p:cNvSpPr txBox="1">
            <a:spLocks noGrp="1"/>
          </p:cNvSpPr>
          <p:nvPr>
            <p:ph type="subTitle" idx="1"/>
          </p:nvPr>
        </p:nvSpPr>
        <p:spPr>
          <a:xfrm>
            <a:off x="143766" y="757575"/>
            <a:ext cx="6430769" cy="4180287"/>
          </a:xfrm>
          <a:prstGeom prst="rect">
            <a:avLst/>
          </a:prstGeom>
        </p:spPr>
        <p:txBody>
          <a:bodyPr spcFirstLastPara="1" wrap="square" lIns="91425" tIns="91425" rIns="91425" bIns="91425" anchor="t" anchorCtr="0">
            <a:noAutofit/>
          </a:bodyPr>
          <a:lstStyle/>
          <a:p>
            <a:pPr marL="0" lvl="0" indent="0" algn="just"/>
            <a:r>
              <a:rPr lang="en" sz="1200" dirty="0"/>
              <a:t>These features have been added to simplify a pair of common tasks that have caused some teachers hesistation about using this spreadsheet, feeling it is too complicated (especially when needing to update to a newer version of the spreadsheet).</a:t>
            </a:r>
          </a:p>
          <a:p>
            <a:pPr marL="0" lvl="0" indent="0" algn="l"/>
            <a:endParaRPr lang="en" sz="1200" dirty="0"/>
          </a:p>
          <a:p>
            <a:pPr marL="0" lvl="0" indent="0" algn="just" rtl="0">
              <a:spcBef>
                <a:spcPts val="0"/>
              </a:spcBef>
              <a:spcAft>
                <a:spcPts val="600"/>
              </a:spcAft>
              <a:tabLst>
                <a:tab pos="2171700" algn="l"/>
              </a:tabLst>
            </a:pPr>
            <a:r>
              <a:rPr lang="en" sz="1200" b="1" dirty="0"/>
              <a:t>Create New Class Sheet:	</a:t>
            </a:r>
            <a:r>
              <a:rPr lang="en" sz="1200" dirty="0"/>
              <a:t>Click this button to create a fresh class sheet. You	can then right-click on the new tab to rename it	and/or	change the tab’s colour.</a:t>
            </a:r>
          </a:p>
          <a:p>
            <a:pPr marL="0" indent="0" algn="just">
              <a:spcAft>
                <a:spcPts val="600"/>
              </a:spcAft>
              <a:tabLst>
                <a:tab pos="2171700" algn="l"/>
              </a:tabLst>
            </a:pPr>
            <a:r>
              <a:rPr lang="en" sz="1200" b="1" dirty="0"/>
              <a:t>Import from Precious File:	</a:t>
            </a:r>
            <a:r>
              <a:rPr lang="en" sz="1200" dirty="0"/>
              <a:t>By clicking this button, you will be asked to select a	previous version. It will then examine that file and	import all the classes and their data over.</a:t>
            </a:r>
          </a:p>
          <a:p>
            <a:pPr marL="0" indent="0" algn="just">
              <a:tabLst>
                <a:tab pos="2171700" algn="l"/>
              </a:tabLst>
            </a:pPr>
            <a:r>
              <a:rPr lang="en" sz="1200" b="1" i="1" dirty="0"/>
              <a:t>	Be careful with this feature!</a:t>
            </a:r>
          </a:p>
          <a:p>
            <a:pPr marL="0" indent="0" algn="just">
              <a:spcAft>
                <a:spcPts val="600"/>
              </a:spcAft>
              <a:tabLst>
                <a:tab pos="2171700" algn="l"/>
              </a:tabLst>
            </a:pPr>
            <a:r>
              <a:rPr lang="en" sz="1200" b="1" i="1" dirty="0"/>
              <a:t>	</a:t>
            </a:r>
            <a:r>
              <a:rPr lang="en" sz="1200" dirty="0"/>
              <a:t>If any of the class tabs/sheets share the same name,	the data in the new file will be overwritten. Once	these changes are saved (either by clicking save or	Excel’s AutoSave feature), there is no way to get the	previous data back unless you have a backup.</a:t>
            </a:r>
            <a:endParaRPr lang="en" sz="1200" b="1" dirty="0"/>
          </a:p>
        </p:txBody>
      </p:sp>
      <p:sp>
        <p:nvSpPr>
          <p:cNvPr id="2" name="Google Shape;578;p70">
            <a:extLst>
              <a:ext uri="{FF2B5EF4-FFF2-40B4-BE49-F238E27FC236}">
                <a16:creationId xmlns:a16="http://schemas.microsoft.com/office/drawing/2014/main" id="{E60A1F16-AC56-411F-1DF4-464EB1375B0A}"/>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Options –New Class Sheets &amp; Importing Data</a:t>
            </a:r>
          </a:p>
        </p:txBody>
      </p:sp>
      <p:pic>
        <p:nvPicPr>
          <p:cNvPr id="8" name="Picture 7">
            <a:extLst>
              <a:ext uri="{FF2B5EF4-FFF2-40B4-BE49-F238E27FC236}">
                <a16:creationId xmlns:a16="http://schemas.microsoft.com/office/drawing/2014/main" id="{70A1115C-879A-E7FC-C29A-F51FE944AB79}"/>
              </a:ext>
            </a:extLst>
          </p:cNvPr>
          <p:cNvPicPr>
            <a:picLocks noChangeAspect="1"/>
          </p:cNvPicPr>
          <p:nvPr/>
        </p:nvPicPr>
        <p:blipFill>
          <a:blip r:embed="rId3"/>
          <a:srcRect/>
          <a:stretch/>
        </p:blipFill>
        <p:spPr>
          <a:xfrm>
            <a:off x="6722089" y="960120"/>
            <a:ext cx="2326451" cy="3590430"/>
          </a:xfrm>
          <a:prstGeom prst="rect">
            <a:avLst/>
          </a:prstGeom>
        </p:spPr>
      </p:pic>
    </p:spTree>
    <p:extLst>
      <p:ext uri="{BB962C8B-B14F-4D97-AF65-F5344CB8AC3E}">
        <p14:creationId xmlns:p14="http://schemas.microsoft.com/office/powerpoint/2010/main" val="2464531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0AF6B5E4-4516-B440-BA04-F209F8E5EDD7}"/>
            </a:ext>
          </a:extLst>
        </p:cNvPr>
        <p:cNvGrpSpPr/>
        <p:nvPr/>
      </p:nvGrpSpPr>
      <p:grpSpPr>
        <a:xfrm>
          <a:off x="0" y="0"/>
          <a:ext cx="0" cy="0"/>
          <a:chOff x="0" y="0"/>
          <a:chExt cx="0" cy="0"/>
        </a:xfrm>
      </p:grpSpPr>
      <p:sp>
        <p:nvSpPr>
          <p:cNvPr id="541" name="Google Shape;541;p64">
            <a:extLst>
              <a:ext uri="{FF2B5EF4-FFF2-40B4-BE49-F238E27FC236}">
                <a16:creationId xmlns:a16="http://schemas.microsoft.com/office/drawing/2014/main" id="{B21D044C-EF79-144B-FB5D-6E26CEEBFD50}"/>
              </a:ext>
            </a:extLst>
          </p:cNvPr>
          <p:cNvSpPr txBox="1">
            <a:spLocks noGrp="1"/>
          </p:cNvSpPr>
          <p:nvPr>
            <p:ph type="subTitle" idx="1"/>
          </p:nvPr>
        </p:nvSpPr>
        <p:spPr>
          <a:xfrm>
            <a:off x="143768" y="757575"/>
            <a:ext cx="5008556" cy="4111605"/>
          </a:xfrm>
          <a:prstGeom prst="rect">
            <a:avLst/>
          </a:prstGeom>
        </p:spPr>
        <p:txBody>
          <a:bodyPr spcFirstLastPara="1" wrap="square" lIns="91425" tIns="91425" rIns="91425" bIns="91425" anchor="t" anchorCtr="0">
            <a:noAutofit/>
          </a:bodyPr>
          <a:lstStyle/>
          <a:p>
            <a:pPr marL="171450" lvl="0" indent="-171450" algn="l" rtl="0">
              <a:spcBef>
                <a:spcPts val="0"/>
              </a:spcBef>
              <a:spcAft>
                <a:spcPts val="600"/>
              </a:spcAft>
              <a:buFont typeface="Arial" panose="020B0604020202020204" pitchFamily="34" charset="0"/>
              <a:buChar char="•"/>
            </a:pPr>
            <a:r>
              <a:rPr lang="en" sz="1200" dirty="0"/>
              <a:t>Certificate creation works, but customization is presently disabled. Code to update sub-options when changing an option needs to be updated to the new code base.</a:t>
            </a:r>
          </a:p>
          <a:p>
            <a:pPr marL="171450" lvl="0" indent="-171450" algn="l" rtl="0">
              <a:spcBef>
                <a:spcPts val="0"/>
              </a:spcBef>
              <a:spcAft>
                <a:spcPts val="600"/>
              </a:spcAft>
              <a:buFont typeface="Arial" panose="020B0604020202020204" pitchFamily="34" charset="0"/>
              <a:buChar char="•"/>
            </a:pPr>
            <a:r>
              <a:rPr lang="en" sz="1200" dirty="0"/>
              <a:t>Additional description will be added here once the code is more mature.</a:t>
            </a:r>
          </a:p>
        </p:txBody>
      </p:sp>
      <p:sp>
        <p:nvSpPr>
          <p:cNvPr id="2" name="Google Shape;578;p70">
            <a:extLst>
              <a:ext uri="{FF2B5EF4-FFF2-40B4-BE49-F238E27FC236}">
                <a16:creationId xmlns:a16="http://schemas.microsoft.com/office/drawing/2014/main" id="{79CE9663-4F46-9DCE-DAB7-ADCEAA5BA56D}"/>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Options – Customizing Winner Certificates</a:t>
            </a:r>
          </a:p>
        </p:txBody>
      </p:sp>
      <p:pic>
        <p:nvPicPr>
          <p:cNvPr id="4" name="Picture 3">
            <a:extLst>
              <a:ext uri="{FF2B5EF4-FFF2-40B4-BE49-F238E27FC236}">
                <a16:creationId xmlns:a16="http://schemas.microsoft.com/office/drawing/2014/main" id="{B95C069B-6776-FCAE-7134-C15A5510F5AE}"/>
              </a:ext>
            </a:extLst>
          </p:cNvPr>
          <p:cNvPicPr>
            <a:picLocks noChangeAspect="1"/>
          </p:cNvPicPr>
          <p:nvPr/>
        </p:nvPicPr>
        <p:blipFill>
          <a:blip r:embed="rId3"/>
          <a:stretch>
            <a:fillRect/>
          </a:stretch>
        </p:blipFill>
        <p:spPr>
          <a:xfrm>
            <a:off x="5152323" y="757575"/>
            <a:ext cx="3991677" cy="2255520"/>
          </a:xfrm>
          <a:prstGeom prst="rect">
            <a:avLst/>
          </a:prstGeom>
        </p:spPr>
      </p:pic>
    </p:spTree>
    <p:extLst>
      <p:ext uri="{BB962C8B-B14F-4D97-AF65-F5344CB8AC3E}">
        <p14:creationId xmlns:p14="http://schemas.microsoft.com/office/powerpoint/2010/main" val="2870645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7">
          <a:extLst>
            <a:ext uri="{FF2B5EF4-FFF2-40B4-BE49-F238E27FC236}">
              <a16:creationId xmlns:a16="http://schemas.microsoft.com/office/drawing/2014/main" id="{2C1FD975-D8DB-2E7E-4D3E-EF908CE0484D}"/>
            </a:ext>
          </a:extLst>
        </p:cNvPr>
        <p:cNvGrpSpPr/>
        <p:nvPr/>
      </p:nvGrpSpPr>
      <p:grpSpPr>
        <a:xfrm>
          <a:off x="0" y="0"/>
          <a:ext cx="0" cy="0"/>
          <a:chOff x="0" y="0"/>
          <a:chExt cx="0" cy="0"/>
        </a:xfrm>
      </p:grpSpPr>
      <p:sp>
        <p:nvSpPr>
          <p:cNvPr id="578" name="Google Shape;578;p70">
            <a:extLst>
              <a:ext uri="{FF2B5EF4-FFF2-40B4-BE49-F238E27FC236}">
                <a16:creationId xmlns:a16="http://schemas.microsoft.com/office/drawing/2014/main" id="{7843BA12-0BEF-6419-1A4C-DC7AF68A841E}"/>
              </a:ext>
            </a:extLst>
          </p:cNvPr>
          <p:cNvSpPr txBox="1">
            <a:spLocks noGrp="1"/>
          </p:cNvSpPr>
          <p:nvPr>
            <p:ph type="title"/>
          </p:nvPr>
        </p:nvSpPr>
        <p:spPr>
          <a:xfrm>
            <a:off x="867300" y="2366275"/>
            <a:ext cx="74094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MacOS Users</a:t>
            </a:r>
            <a:endParaRPr dirty="0"/>
          </a:p>
        </p:txBody>
      </p:sp>
      <p:sp>
        <p:nvSpPr>
          <p:cNvPr id="579" name="Google Shape;579;p70">
            <a:extLst>
              <a:ext uri="{FF2B5EF4-FFF2-40B4-BE49-F238E27FC236}">
                <a16:creationId xmlns:a16="http://schemas.microsoft.com/office/drawing/2014/main" id="{A443214A-8EA8-934C-B834-71070C6214EF}"/>
              </a:ext>
            </a:extLst>
          </p:cNvPr>
          <p:cNvSpPr txBox="1">
            <a:spLocks noGrp="1"/>
          </p:cNvSpPr>
          <p:nvPr>
            <p:ph type="title" idx="2"/>
          </p:nvPr>
        </p:nvSpPr>
        <p:spPr>
          <a:xfrm>
            <a:off x="3746550" y="1339163"/>
            <a:ext cx="1650900" cy="97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03</a:t>
            </a:r>
            <a:endParaRPr dirty="0"/>
          </a:p>
        </p:txBody>
      </p:sp>
      <p:sp>
        <p:nvSpPr>
          <p:cNvPr id="3" name="Subtitle 2">
            <a:extLst>
              <a:ext uri="{FF2B5EF4-FFF2-40B4-BE49-F238E27FC236}">
                <a16:creationId xmlns:a16="http://schemas.microsoft.com/office/drawing/2014/main" id="{F6D9EFEE-4BD4-9EBB-20FF-A2840282C926}"/>
              </a:ext>
            </a:extLst>
          </p:cNvPr>
          <p:cNvSpPr>
            <a:spLocks noGrp="1"/>
          </p:cNvSpPr>
          <p:nvPr>
            <p:ph type="subTitle" idx="1"/>
          </p:nvPr>
        </p:nvSpPr>
        <p:spPr/>
        <p:txBody>
          <a:bodyPr/>
          <a:lstStyle/>
          <a:p>
            <a:r>
              <a:rPr lang="en-US" dirty="0"/>
              <a:t>Only visible to MacOS users.</a:t>
            </a:r>
          </a:p>
        </p:txBody>
      </p:sp>
    </p:spTree>
    <p:extLst>
      <p:ext uri="{BB962C8B-B14F-4D97-AF65-F5344CB8AC3E}">
        <p14:creationId xmlns:p14="http://schemas.microsoft.com/office/powerpoint/2010/main" val="2414408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0FC876BA-F148-57B0-1CCF-FB29A5E20665}"/>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68F82026-910F-1B2C-FDB5-EFE5D6B58DC3}"/>
              </a:ext>
            </a:extLst>
          </p:cNvPr>
          <p:cNvSpPr txBox="1">
            <a:spLocks/>
          </p:cNvSpPr>
          <p:nvPr/>
        </p:nvSpPr>
        <p:spPr>
          <a:xfrm>
            <a:off x="143767" y="205637"/>
            <a:ext cx="8890166"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MacOS Users – An Annoying Bug</a:t>
            </a:r>
          </a:p>
        </p:txBody>
      </p:sp>
      <p:sp>
        <p:nvSpPr>
          <p:cNvPr id="5" name="Google Shape;541;p64">
            <a:extLst>
              <a:ext uri="{FF2B5EF4-FFF2-40B4-BE49-F238E27FC236}">
                <a16:creationId xmlns:a16="http://schemas.microsoft.com/office/drawing/2014/main" id="{1194328D-230F-0D8F-38A5-9F0A0E35966A}"/>
              </a:ext>
            </a:extLst>
          </p:cNvPr>
          <p:cNvSpPr txBox="1">
            <a:spLocks/>
          </p:cNvSpPr>
          <p:nvPr/>
        </p:nvSpPr>
        <p:spPr>
          <a:xfrm>
            <a:off x="143765" y="818536"/>
            <a:ext cx="8556751" cy="27377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just">
              <a:spcAft>
                <a:spcPts val="600"/>
              </a:spcAft>
              <a:tabLst>
                <a:tab pos="1541463" algn="l"/>
              </a:tabLst>
            </a:pPr>
            <a:r>
              <a:rPr lang="en" sz="1200" dirty="0"/>
              <a:t>When opening the spreadsheet, if you receive a type mismatch error (as shown in the picture), you can mostly ignore it. </a:t>
            </a:r>
            <a:r>
              <a:rPr lang="en" sz="1200" b="1" i="1" dirty="0"/>
              <a:t>Simply click end, close the spreadsheet, and open it again</a:t>
            </a:r>
            <a:r>
              <a:rPr lang="en" sz="1200" dirty="0"/>
              <a:t>. This time, it should open without any trouble.</a:t>
            </a:r>
          </a:p>
          <a:p>
            <a:pPr marL="0" indent="0" algn="just">
              <a:spcAft>
                <a:spcPts val="600"/>
              </a:spcAft>
              <a:tabLst>
                <a:tab pos="1541463" algn="l"/>
              </a:tabLst>
            </a:pPr>
            <a:r>
              <a:rPr lang="en" sz="1200" dirty="0"/>
              <a:t>Near as I can tell, this has something to do with OneDrive and needed files not having local copies. In other words, your computer says the file exists, but OneDrive has removed the copy on your computer to save space. So, the file exists, but only in the cloud.</a:t>
            </a:r>
          </a:p>
          <a:p>
            <a:pPr marL="0" indent="0" algn="just">
              <a:spcAft>
                <a:spcPts val="600"/>
              </a:spcAft>
              <a:tabLst>
                <a:tab pos="1541463" algn="l"/>
              </a:tabLst>
            </a:pPr>
            <a:r>
              <a:rPr lang="en" sz="1200" dirty="0"/>
              <a:t>It’s on my to-do list to track down the exact nature and location where this bug occurs, but since it’s a relatively minor issue and it will be a lot of work to find and fix it, this bug </a:t>
            </a:r>
            <a:r>
              <a:rPr lang="en-US" sz="1200" dirty="0"/>
              <a:t>is low on the priority list.</a:t>
            </a:r>
            <a:endParaRPr lang="en" sz="1200" dirty="0"/>
          </a:p>
        </p:txBody>
      </p:sp>
      <p:pic>
        <p:nvPicPr>
          <p:cNvPr id="1026" name="Picture 2">
            <a:extLst>
              <a:ext uri="{FF2B5EF4-FFF2-40B4-BE49-F238E27FC236}">
                <a16:creationId xmlns:a16="http://schemas.microsoft.com/office/drawing/2014/main" id="{CFD9677B-42D6-20B0-938D-2F1DCE442EA4}"/>
              </a:ext>
            </a:extLst>
          </p:cNvPr>
          <p:cNvPicPr>
            <a:picLocks noChangeAspect="1" noChangeArrowheads="1"/>
          </p:cNvPicPr>
          <p:nvPr/>
        </p:nvPicPr>
        <p:blipFill>
          <a:blip r:embed="rId3"/>
          <a:srcRect/>
          <a:stretch/>
        </p:blipFill>
        <p:spPr bwMode="auto">
          <a:xfrm>
            <a:off x="3352124" y="2829074"/>
            <a:ext cx="2473452" cy="1340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030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84B0F932-D496-4497-C10F-3957D54D19FD}"/>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5FD8F7F1-E156-B463-02A4-D2C96DEE9ABA}"/>
              </a:ext>
            </a:extLst>
          </p:cNvPr>
          <p:cNvSpPr txBox="1">
            <a:spLocks/>
          </p:cNvSpPr>
          <p:nvPr/>
        </p:nvSpPr>
        <p:spPr>
          <a:xfrm>
            <a:off x="143767" y="205637"/>
            <a:ext cx="8890166"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MacOS Users – </a:t>
            </a:r>
            <a:r>
              <a:rPr lang="en" dirty="0"/>
              <a:t>Downloading a required file</a:t>
            </a:r>
          </a:p>
        </p:txBody>
      </p:sp>
      <p:sp>
        <p:nvSpPr>
          <p:cNvPr id="5" name="Google Shape;541;p64">
            <a:extLst>
              <a:ext uri="{FF2B5EF4-FFF2-40B4-BE49-F238E27FC236}">
                <a16:creationId xmlns:a16="http://schemas.microsoft.com/office/drawing/2014/main" id="{54371822-576C-647F-5C24-E74EE2D45C76}"/>
              </a:ext>
            </a:extLst>
          </p:cNvPr>
          <p:cNvSpPr txBox="1">
            <a:spLocks/>
          </p:cNvSpPr>
          <p:nvPr/>
        </p:nvSpPr>
        <p:spPr>
          <a:xfrm>
            <a:off x="143765" y="818536"/>
            <a:ext cx="8003539" cy="14557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just">
              <a:tabLst>
                <a:tab pos="1541463" algn="l"/>
              </a:tabLst>
            </a:pPr>
            <a:r>
              <a:rPr lang="en" sz="1200" dirty="0"/>
              <a:t>Due to Apple’s much stricter security policies, it’s much more complicated to do even simple things. The spreadsheet will not function correctly without running this command first. While you could still try to enter data, you are all but guaranteed to experience numerous errors.</a:t>
            </a:r>
          </a:p>
          <a:p>
            <a:pPr marL="0" indent="0" algn="just">
              <a:tabLst>
                <a:tab pos="1541463" algn="l"/>
              </a:tabLst>
            </a:pPr>
            <a:endParaRPr lang="en" sz="1200" dirty="0"/>
          </a:p>
          <a:p>
            <a:pPr marL="0" indent="0" algn="just">
              <a:tabLst>
                <a:tab pos="1541463" algn="l"/>
              </a:tabLst>
            </a:pPr>
            <a:r>
              <a:rPr lang="en" sz="1200" dirty="0"/>
              <a:t>Luckily, this command </a:t>
            </a:r>
            <a:r>
              <a:rPr lang="en" sz="1200" b="1" i="1" dirty="0"/>
              <a:t>only needs to be run once</a:t>
            </a:r>
            <a:r>
              <a:rPr lang="en" sz="1200" dirty="0"/>
              <a:t>. Once installed, the grey “SpeakingEvals.scpt Missing” button will be replaced by a blue “SpeakingEvals.scpt Installed” one. There is a small chance you may need to close and reopen the speadsheet for the script to be properly detected.</a:t>
            </a:r>
          </a:p>
        </p:txBody>
      </p:sp>
      <p:sp>
        <p:nvSpPr>
          <p:cNvPr id="3" name="cURL_Command">
            <a:extLst>
              <a:ext uri="{FF2B5EF4-FFF2-40B4-BE49-F238E27FC236}">
                <a16:creationId xmlns:a16="http://schemas.microsoft.com/office/drawing/2014/main" id="{9B05E4B2-1173-8147-1FDD-D233C77CFB33}"/>
              </a:ext>
            </a:extLst>
          </p:cNvPr>
          <p:cNvSpPr txBox="1">
            <a:spLocks noChangeAspect="1"/>
          </p:cNvSpPr>
          <p:nvPr/>
        </p:nvSpPr>
        <p:spPr>
          <a:xfrm>
            <a:off x="848868" y="4132166"/>
            <a:ext cx="7446264" cy="586740"/>
          </a:xfrm>
          <a:prstGeom prst="rect">
            <a:avLst/>
          </a:prstGeom>
          <a:noFill/>
          <a:ln w="19050" cmpd="sng">
            <a:solidFill>
              <a:schemeClr val="tx1"/>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curl -L -o ~/Library/Application\ Scripts/</a:t>
            </a:r>
            <a:r>
              <a:rPr kumimoji="0" lang="en-US" sz="1200" b="0" i="0" u="none" strike="noStrike" kern="1200" cap="none" spc="0" normalizeH="0" baseline="0" noProof="0" dirty="0" err="1">
                <a:ln>
                  <a:noFill/>
                </a:ln>
                <a:solidFill>
                  <a:prstClr val="black"/>
                </a:solidFill>
                <a:effectLst/>
                <a:uLnTx/>
                <a:uFillTx/>
                <a:latin typeface="+mn-lt"/>
                <a:ea typeface="+mn-ea"/>
                <a:cs typeface="+mn-cs"/>
              </a:rPr>
              <a:t>com.microsoft.Excel</a:t>
            </a:r>
            <a:r>
              <a:rPr kumimoji="0" lang="en-US" sz="1200" b="0" i="0" u="none" strike="noStrike" kern="1200" cap="none" spc="0" normalizeH="0" baseline="0" noProof="0" dirty="0">
                <a:ln>
                  <a:noFill/>
                </a:ln>
                <a:solidFill>
                  <a:prstClr val="black"/>
                </a:solidFill>
                <a:effectLst/>
                <a:uLnTx/>
                <a:uFillTx/>
                <a:latin typeface="+mn-lt"/>
                <a:ea typeface="+mn-ea"/>
                <a:cs typeface="+mn-cs"/>
              </a:rPr>
              <a:t>/</a:t>
            </a:r>
            <a:r>
              <a:rPr kumimoji="0" lang="en-US" sz="1200" b="0" i="0" u="none" strike="noStrike" kern="1200" cap="none" spc="0" normalizeH="0" baseline="0" noProof="0" dirty="0" err="1">
                <a:ln>
                  <a:noFill/>
                </a:ln>
                <a:solidFill>
                  <a:prstClr val="black"/>
                </a:solidFill>
                <a:effectLst/>
                <a:uLnTx/>
                <a:uFillTx/>
                <a:latin typeface="+mn-lt"/>
                <a:ea typeface="+mn-ea"/>
                <a:cs typeface="+mn-cs"/>
              </a:rPr>
              <a:t>SpeakingEvals.scpt</a:t>
            </a:r>
            <a:r>
              <a:rPr kumimoji="0" lang="en-US" sz="1200" b="0" i="0" u="none" strike="noStrike" kern="1200" cap="none" spc="0" normalizeH="0" baseline="0" noProof="0" dirty="0">
                <a:ln>
                  <a:noFill/>
                </a:ln>
                <a:solidFill>
                  <a:prstClr val="black"/>
                </a:solidFill>
                <a:effectLst/>
                <a:uLnTx/>
                <a:uFillTx/>
                <a:latin typeface="+mn-lt"/>
                <a:ea typeface="+mn-ea"/>
                <a:cs typeface="+mn-cs"/>
              </a:rPr>
              <a:t> https://github.com/papercutter0324/SpeakingEvals/raw/main/AppleScript/SpeakingEvals.scpt</a:t>
            </a:r>
          </a:p>
        </p:txBody>
      </p:sp>
      <p:sp>
        <p:nvSpPr>
          <p:cNvPr id="8" name="TextBox 7">
            <a:extLst>
              <a:ext uri="{FF2B5EF4-FFF2-40B4-BE49-F238E27FC236}">
                <a16:creationId xmlns:a16="http://schemas.microsoft.com/office/drawing/2014/main" id="{3F84B4F5-4FBC-FF60-EFB4-642839559878}"/>
              </a:ext>
            </a:extLst>
          </p:cNvPr>
          <p:cNvSpPr txBox="1"/>
          <p:nvPr/>
        </p:nvSpPr>
        <p:spPr>
          <a:xfrm>
            <a:off x="143764" y="3034077"/>
            <a:ext cx="7774940" cy="101566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tab pos="1541463" algn="l"/>
              </a:tabLst>
              <a:defRPr/>
            </a:pPr>
            <a:r>
              <a:rPr kumimoji="0" lang="en" sz="1200" b="0" i="0" u="none" strike="noStrike" kern="0" cap="none" spc="0" normalizeH="0" baseline="0" noProof="0" dirty="0">
                <a:ln>
                  <a:noFill/>
                </a:ln>
                <a:solidFill>
                  <a:srgbClr val="000000"/>
                </a:solidFill>
                <a:effectLst/>
                <a:uLnTx/>
                <a:uFillTx/>
                <a:latin typeface="Montserrat" panose="00000500000000000000" pitchFamily="2" charset="0"/>
                <a:sym typeface="Arial"/>
              </a:rPr>
              <a:t>To install it, follow these steps (also shown on the MacOS Users sheet):</a:t>
            </a:r>
          </a:p>
          <a:p>
            <a:pPr marL="228600" marR="0" lvl="0" indent="-228600" algn="just" defTabSz="914400" rtl="0" eaLnBrk="1" fontAlgn="auto" latinLnBrk="0" hangingPunct="1">
              <a:lnSpc>
                <a:spcPct val="100000"/>
              </a:lnSpc>
              <a:spcBef>
                <a:spcPts val="0"/>
              </a:spcBef>
              <a:spcAft>
                <a:spcPts val="0"/>
              </a:spcAft>
              <a:buClr>
                <a:srgbClr val="000000"/>
              </a:buClr>
              <a:buSzPct val="100000"/>
              <a:buFont typeface="Arial"/>
              <a:buAutoNum type="arabicParenR"/>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sym typeface="Arial"/>
              </a:rPr>
              <a:t>Open a Terminal window. Either press </a:t>
            </a:r>
            <a:r>
              <a:rPr kumimoji="0" lang="en-US" sz="1200" b="1" i="1" u="none" strike="noStrike" kern="1200" cap="none" spc="0" normalizeH="0" baseline="0" noProof="0" dirty="0">
                <a:ln>
                  <a:noFill/>
                </a:ln>
                <a:solidFill>
                  <a:srgbClr val="000000"/>
                </a:solidFill>
                <a:effectLst/>
                <a:uLnTx/>
                <a:uFillTx/>
                <a:latin typeface="Montserrat" panose="00000500000000000000" pitchFamily="2" charset="0"/>
                <a:sym typeface="Arial"/>
              </a:rPr>
              <a:t>Command</a:t>
            </a:r>
            <a:r>
              <a:rPr kumimoji="0" lang="en-US" sz="1200" b="1" i="0" u="none" strike="noStrike" kern="1200" cap="none" spc="0" normalizeH="0" baseline="0" noProof="0" dirty="0">
                <a:ln>
                  <a:noFill/>
                </a:ln>
                <a:solidFill>
                  <a:srgbClr val="000000"/>
                </a:solidFill>
                <a:effectLst/>
                <a:uLnTx/>
                <a:uFillTx/>
                <a:latin typeface="Montserrat" panose="00000500000000000000" pitchFamily="2" charset="0"/>
                <a:sym typeface="Arial"/>
              </a:rPr>
              <a:t>(⌘)</a:t>
            </a:r>
            <a:r>
              <a:rPr kumimoji="0" lang="en-US" sz="1200" b="1" i="1" u="none" strike="noStrike" kern="1200" cap="none" spc="0" normalizeH="0" baseline="0" noProof="0" dirty="0">
                <a:ln>
                  <a:noFill/>
                </a:ln>
                <a:solidFill>
                  <a:srgbClr val="000000"/>
                </a:solidFill>
                <a:effectLst/>
                <a:uLnTx/>
                <a:uFillTx/>
                <a:latin typeface="Montserrat" panose="00000500000000000000" pitchFamily="2" charset="0"/>
                <a:sym typeface="Arial"/>
              </a:rPr>
              <a:t> + Spacebar</a:t>
            </a: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sym typeface="Arial"/>
              </a:rPr>
              <a:t> to open Spotlight and search by typing "</a:t>
            </a:r>
            <a:r>
              <a:rPr kumimoji="0" lang="en-US" sz="1200" b="1" i="0" u="none" strike="noStrike" kern="1200" cap="none" spc="0" normalizeH="0" baseline="0" noProof="0" dirty="0">
                <a:ln>
                  <a:noFill/>
                </a:ln>
                <a:solidFill>
                  <a:prstClr val="black"/>
                </a:solidFill>
                <a:effectLst/>
                <a:uLnTx/>
                <a:uFillTx/>
                <a:latin typeface="Montserrat" panose="00000500000000000000" pitchFamily="2" charset="0"/>
                <a:sym typeface="Arial"/>
              </a:rPr>
              <a:t>Terminal</a:t>
            </a: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sym typeface="Arial"/>
              </a:rPr>
              <a:t>“. (You can alternatively press </a:t>
            </a:r>
            <a:r>
              <a:rPr kumimoji="0" lang="en-US" sz="1200" b="1" i="1" u="none" strike="noStrike" kern="1200" cap="none" spc="0" normalizeH="0" baseline="0" noProof="0" dirty="0">
                <a:ln>
                  <a:noFill/>
                </a:ln>
                <a:solidFill>
                  <a:prstClr val="black"/>
                </a:solidFill>
                <a:effectLst/>
                <a:uLnTx/>
                <a:uFillTx/>
                <a:latin typeface="Montserrat" panose="00000500000000000000" pitchFamily="2" charset="0"/>
                <a:sym typeface="Arial"/>
              </a:rPr>
              <a:t>Command</a:t>
            </a:r>
            <a:r>
              <a:rPr kumimoji="0" lang="en-US" sz="1200" b="1" i="0" u="none" strike="noStrike" kern="1200" cap="none" spc="0" normalizeH="0" baseline="0" noProof="0" dirty="0">
                <a:ln>
                  <a:noFill/>
                </a:ln>
                <a:solidFill>
                  <a:prstClr val="black"/>
                </a:solidFill>
                <a:effectLst/>
                <a:uLnTx/>
                <a:uFillTx/>
                <a:latin typeface="Montserrat" panose="00000500000000000000" pitchFamily="2" charset="0"/>
                <a:sym typeface="Arial"/>
              </a:rPr>
              <a:t>(⌘) </a:t>
            </a:r>
            <a:r>
              <a:rPr kumimoji="0" lang="en-US" sz="1200" b="1" i="1" u="none" strike="noStrike" kern="1200" cap="none" spc="0" normalizeH="0" baseline="0" noProof="0" dirty="0">
                <a:ln>
                  <a:noFill/>
                </a:ln>
                <a:solidFill>
                  <a:prstClr val="black"/>
                </a:solidFill>
                <a:effectLst/>
                <a:uLnTx/>
                <a:uFillTx/>
                <a:latin typeface="Montserrat" panose="00000500000000000000" pitchFamily="2" charset="0"/>
                <a:sym typeface="Arial"/>
              </a:rPr>
              <a:t>+ Shift + U </a:t>
            </a: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sym typeface="Arial"/>
              </a:rPr>
              <a:t>to open the </a:t>
            </a:r>
            <a:r>
              <a:rPr kumimoji="0" lang="en-US" sz="1200" b="1" i="0" u="none" strike="noStrike" kern="1200" cap="none" spc="0" normalizeH="0" baseline="0" noProof="0" dirty="0">
                <a:ln>
                  <a:noFill/>
                </a:ln>
                <a:solidFill>
                  <a:prstClr val="black"/>
                </a:solidFill>
                <a:effectLst/>
                <a:uLnTx/>
                <a:uFillTx/>
                <a:latin typeface="Montserrat" panose="00000500000000000000" pitchFamily="2" charset="0"/>
                <a:sym typeface="Arial"/>
              </a:rPr>
              <a:t>Utilities </a:t>
            </a: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sym typeface="Arial"/>
              </a:rPr>
              <a:t>folder and find it there.)</a:t>
            </a:r>
          </a:p>
          <a:p>
            <a:pPr marL="228600" marR="0" lvl="0" indent="-228600" algn="just" defTabSz="914400" rtl="0" eaLnBrk="1" fontAlgn="auto" latinLnBrk="0" hangingPunct="1">
              <a:lnSpc>
                <a:spcPct val="100000"/>
              </a:lnSpc>
              <a:spcBef>
                <a:spcPts val="0"/>
              </a:spcBef>
              <a:spcAft>
                <a:spcPts val="0"/>
              </a:spcAft>
              <a:buClr>
                <a:srgbClr val="000000"/>
              </a:buClr>
              <a:buSzPct val="100000"/>
              <a:buFont typeface="Arial"/>
              <a:buAutoNum type="arabicParenR"/>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sym typeface="Arial"/>
              </a:rPr>
              <a:t>Then, </a:t>
            </a:r>
            <a:r>
              <a:rPr kumimoji="0" lang="en-US" sz="1200" b="1" i="0" u="none" strike="noStrike" kern="1200" cap="none" spc="0" normalizeH="0" baseline="0" noProof="0" dirty="0">
                <a:ln>
                  <a:noFill/>
                </a:ln>
                <a:solidFill>
                  <a:prstClr val="black"/>
                </a:solidFill>
                <a:effectLst/>
                <a:uLnTx/>
                <a:uFillTx/>
                <a:latin typeface="Montserrat" panose="00000500000000000000" pitchFamily="2" charset="0"/>
                <a:sym typeface="Arial"/>
              </a:rPr>
              <a:t>copy and paste ALL of the following command </a:t>
            </a: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sym typeface="Arial"/>
              </a:rPr>
              <a:t>into the terminal window.</a:t>
            </a:r>
          </a:p>
        </p:txBody>
      </p:sp>
      <p:grpSp>
        <p:nvGrpSpPr>
          <p:cNvPr id="15" name="Group 14">
            <a:extLst>
              <a:ext uri="{FF2B5EF4-FFF2-40B4-BE49-F238E27FC236}">
                <a16:creationId xmlns:a16="http://schemas.microsoft.com/office/drawing/2014/main" id="{99B1A1A5-A636-9ACB-CCEE-047A742D1E31}"/>
              </a:ext>
            </a:extLst>
          </p:cNvPr>
          <p:cNvGrpSpPr/>
          <p:nvPr/>
        </p:nvGrpSpPr>
        <p:grpSpPr>
          <a:xfrm>
            <a:off x="2927671" y="2356699"/>
            <a:ext cx="3288659" cy="594952"/>
            <a:chOff x="2956693" y="2425484"/>
            <a:chExt cx="3288659" cy="594952"/>
          </a:xfrm>
        </p:grpSpPr>
        <p:pic>
          <p:nvPicPr>
            <p:cNvPr id="10" name="Picture 9">
              <a:extLst>
                <a:ext uri="{FF2B5EF4-FFF2-40B4-BE49-F238E27FC236}">
                  <a16:creationId xmlns:a16="http://schemas.microsoft.com/office/drawing/2014/main" id="{75DF36E5-2BAB-2886-1D2C-FB4099856065}"/>
                </a:ext>
              </a:extLst>
            </p:cNvPr>
            <p:cNvPicPr>
              <a:picLocks noChangeAspect="1"/>
            </p:cNvPicPr>
            <p:nvPr/>
          </p:nvPicPr>
          <p:blipFill>
            <a:blip r:embed="rId3"/>
            <a:stretch>
              <a:fillRect/>
            </a:stretch>
          </p:blipFill>
          <p:spPr>
            <a:xfrm>
              <a:off x="4786763" y="2425485"/>
              <a:ext cx="1458589" cy="594951"/>
            </a:xfrm>
            <a:prstGeom prst="rect">
              <a:avLst/>
            </a:prstGeom>
          </p:spPr>
        </p:pic>
        <p:pic>
          <p:nvPicPr>
            <p:cNvPr id="13" name="Picture 12">
              <a:extLst>
                <a:ext uri="{FF2B5EF4-FFF2-40B4-BE49-F238E27FC236}">
                  <a16:creationId xmlns:a16="http://schemas.microsoft.com/office/drawing/2014/main" id="{14C385E7-AE16-429E-41CE-10416C5ABD2B}"/>
                </a:ext>
              </a:extLst>
            </p:cNvPr>
            <p:cNvPicPr>
              <a:picLocks noChangeAspect="1"/>
            </p:cNvPicPr>
            <p:nvPr/>
          </p:nvPicPr>
          <p:blipFill>
            <a:blip r:embed="rId4"/>
            <a:stretch>
              <a:fillRect/>
            </a:stretch>
          </p:blipFill>
          <p:spPr>
            <a:xfrm>
              <a:off x="2956693" y="2425484"/>
              <a:ext cx="1458589" cy="594951"/>
            </a:xfrm>
            <a:prstGeom prst="rect">
              <a:avLst/>
            </a:prstGeom>
          </p:spPr>
        </p:pic>
        <p:sp>
          <p:nvSpPr>
            <p:cNvPr id="14" name="Arrow: Down 13">
              <a:extLst>
                <a:ext uri="{FF2B5EF4-FFF2-40B4-BE49-F238E27FC236}">
                  <a16:creationId xmlns:a16="http://schemas.microsoft.com/office/drawing/2014/main" id="{EE5BF686-3FA7-A6EE-D323-365FE2C2CB54}"/>
                </a:ext>
              </a:extLst>
            </p:cNvPr>
            <p:cNvSpPr/>
            <p:nvPr/>
          </p:nvSpPr>
          <p:spPr>
            <a:xfrm rot="16200000">
              <a:off x="4429360" y="2397011"/>
              <a:ext cx="405581" cy="6636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772525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1877A569-545E-0B00-8000-3EA5F36C8BC1}"/>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3402AAEC-60F6-BB9F-3B20-8FF8F84516FF}"/>
              </a:ext>
            </a:extLst>
          </p:cNvPr>
          <p:cNvSpPr txBox="1">
            <a:spLocks/>
          </p:cNvSpPr>
          <p:nvPr/>
        </p:nvSpPr>
        <p:spPr>
          <a:xfrm>
            <a:off x="143767" y="205637"/>
            <a:ext cx="7409177"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MacOS Users – Custom Message Dialogs</a:t>
            </a:r>
          </a:p>
        </p:txBody>
      </p:sp>
      <p:sp>
        <p:nvSpPr>
          <p:cNvPr id="5" name="Google Shape;541;p64">
            <a:extLst>
              <a:ext uri="{FF2B5EF4-FFF2-40B4-BE49-F238E27FC236}">
                <a16:creationId xmlns:a16="http://schemas.microsoft.com/office/drawing/2014/main" id="{4DE26EB4-FF7D-DB18-57EC-8C3ED2F1C6FF}"/>
              </a:ext>
            </a:extLst>
          </p:cNvPr>
          <p:cNvSpPr txBox="1">
            <a:spLocks/>
          </p:cNvSpPr>
          <p:nvPr/>
        </p:nvSpPr>
        <p:spPr>
          <a:xfrm>
            <a:off x="143766" y="712532"/>
            <a:ext cx="8885934" cy="41337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just">
              <a:spcAft>
                <a:spcPts val="600"/>
              </a:spcAft>
              <a:tabLst>
                <a:tab pos="2459038" algn="l"/>
              </a:tabLst>
            </a:pPr>
            <a:r>
              <a:rPr lang="en" sz="1200" dirty="0"/>
              <a:t>Some users have expressed a dislike for the default MacOS-style message dialogs (most commonly that the text is too small and/or troublesome to read). To help with this, I added support for a custom dialog window to make it more comfortable.</a:t>
            </a:r>
          </a:p>
          <a:p>
            <a:pPr marL="0" indent="0" algn="just">
              <a:spcAft>
                <a:spcPts val="600"/>
              </a:spcAft>
              <a:tabLst>
                <a:tab pos="2459038" algn="l"/>
              </a:tabLst>
            </a:pPr>
            <a:r>
              <a:rPr lang="en" sz="1200" dirty="0"/>
              <a:t>To enable these, however, you will be asked to enter your password </a:t>
            </a:r>
            <a:r>
              <a:rPr lang="en" sz="1200" b="1" i="1" dirty="0"/>
              <a:t>(only once)</a:t>
            </a:r>
            <a:r>
              <a:rPr lang="en" sz="1200" dirty="0"/>
              <a:t>, so they aren’t automatically installed the first time you use this file. Your password is required simply to create the folder where this script file needs to be placed. Once this folder is created, you will never be asked to enter it again.</a:t>
            </a:r>
          </a:p>
          <a:p>
            <a:pPr marL="0" indent="0" algn="just">
              <a:spcAft>
                <a:spcPts val="600"/>
              </a:spcAft>
              <a:tabLst>
                <a:tab pos="2459038" algn="l"/>
              </a:tabLst>
            </a:pPr>
            <a:r>
              <a:rPr lang="en" sz="1200" dirty="0"/>
              <a:t>To install support, simply click on the red “Enhanced Dialogs Disabled” button and enter your password.</a:t>
            </a:r>
          </a:p>
          <a:p>
            <a:pPr marL="0" indent="0" algn="just">
              <a:spcAft>
                <a:spcPts val="600"/>
              </a:spcAft>
              <a:tabLst>
                <a:tab pos="2459038" algn="l"/>
              </a:tabLst>
            </a:pPr>
            <a:endParaRPr lang="en" sz="1200" dirty="0"/>
          </a:p>
          <a:p>
            <a:pPr marL="0" indent="0" algn="just">
              <a:spcAft>
                <a:spcPts val="600"/>
              </a:spcAft>
              <a:tabLst>
                <a:tab pos="2459038" algn="l"/>
              </a:tabLst>
            </a:pPr>
            <a:endParaRPr lang="en" sz="1200" dirty="0"/>
          </a:p>
          <a:p>
            <a:pPr marL="0" indent="0" algn="just">
              <a:spcAft>
                <a:spcPts val="600"/>
              </a:spcAft>
              <a:tabLst>
                <a:tab pos="2459038" algn="l"/>
              </a:tabLst>
            </a:pPr>
            <a:endParaRPr lang="en" sz="1200" dirty="0"/>
          </a:p>
          <a:p>
            <a:pPr marL="0" indent="0" algn="l">
              <a:tabLst>
                <a:tab pos="2459038" algn="l"/>
              </a:tabLst>
            </a:pPr>
            <a:endParaRPr lang="en" sz="1200" b="1" dirty="0"/>
          </a:p>
          <a:p>
            <a:pPr marL="0" indent="0" algn="l">
              <a:tabLst>
                <a:tab pos="2459038" algn="l"/>
              </a:tabLst>
            </a:pPr>
            <a:r>
              <a:rPr lang="en" sz="1200" b="1" dirty="0"/>
              <a:t>Dialog Toolkit Plus Buttons:	</a:t>
            </a:r>
            <a:r>
              <a:rPr lang="en" sz="1200" dirty="0"/>
              <a:t>If you haven’t installed this yet, a grey button saying “Dialog Toolkit Plus Missing”	will be shown. After installation, a blue “Dialog Toolkit Plus Installed” button will	be shown.</a:t>
            </a:r>
          </a:p>
          <a:p>
            <a:pPr marL="0" indent="0" algn="l">
              <a:tabLst>
                <a:tab pos="2459038" algn="l"/>
              </a:tabLst>
            </a:pPr>
            <a:endParaRPr lang="en" sz="1200" dirty="0"/>
          </a:p>
          <a:p>
            <a:pPr marL="0" indent="0" algn="l">
              <a:tabLst>
                <a:tab pos="2459038" algn="l"/>
              </a:tabLst>
            </a:pPr>
            <a:r>
              <a:rPr lang="en" sz="1200" b="1" dirty="0"/>
              <a:t>Enhanced Dialogs Buttons:	</a:t>
            </a:r>
            <a:r>
              <a:rPr lang="en" sz="1200" dirty="0"/>
              <a:t>Same as above, if not yet installed, a red “Enhanced Dialogs Disabled” button will	be shown. Once installed, a green “Enhanced Dialogs Enabled” button will be	shown. Once installed, clicking these buttons will toggle the custom dialogs on</a:t>
            </a:r>
          </a:p>
          <a:p>
            <a:pPr marL="0" indent="0" algn="l">
              <a:tabLst>
                <a:tab pos="2459038" algn="l"/>
              </a:tabLst>
            </a:pPr>
            <a:r>
              <a:rPr lang="en" sz="1200" dirty="0"/>
              <a:t>	and off.</a:t>
            </a:r>
            <a:endParaRPr lang="en" sz="1200" b="1" dirty="0"/>
          </a:p>
        </p:txBody>
      </p:sp>
      <p:grpSp>
        <p:nvGrpSpPr>
          <p:cNvPr id="23" name="Group 22">
            <a:extLst>
              <a:ext uri="{FF2B5EF4-FFF2-40B4-BE49-F238E27FC236}">
                <a16:creationId xmlns:a16="http://schemas.microsoft.com/office/drawing/2014/main" id="{24DD7A0B-8E2C-63AB-68C3-D19DCE4A8CF6}"/>
              </a:ext>
            </a:extLst>
          </p:cNvPr>
          <p:cNvGrpSpPr/>
          <p:nvPr/>
        </p:nvGrpSpPr>
        <p:grpSpPr>
          <a:xfrm>
            <a:off x="143766" y="3485299"/>
            <a:ext cx="2413508" cy="464225"/>
            <a:chOff x="1865134" y="1006211"/>
            <a:chExt cx="3159494" cy="607711"/>
          </a:xfrm>
        </p:grpSpPr>
        <p:pic>
          <p:nvPicPr>
            <p:cNvPr id="6" name="Picture 5">
              <a:extLst>
                <a:ext uri="{FF2B5EF4-FFF2-40B4-BE49-F238E27FC236}">
                  <a16:creationId xmlns:a16="http://schemas.microsoft.com/office/drawing/2014/main" id="{35709758-15A0-C8FC-8AFC-FFFBA37CE5EF}"/>
                </a:ext>
              </a:extLst>
            </p:cNvPr>
            <p:cNvPicPr>
              <a:picLocks noChangeAspect="1"/>
            </p:cNvPicPr>
            <p:nvPr/>
          </p:nvPicPr>
          <p:blipFill>
            <a:blip r:embed="rId3"/>
            <a:stretch>
              <a:fillRect/>
            </a:stretch>
          </p:blipFill>
          <p:spPr>
            <a:xfrm>
              <a:off x="3561467" y="1017106"/>
              <a:ext cx="1463161" cy="596816"/>
            </a:xfrm>
            <a:prstGeom prst="rect">
              <a:avLst/>
            </a:prstGeom>
          </p:spPr>
        </p:pic>
        <p:pic>
          <p:nvPicPr>
            <p:cNvPr id="15" name="Picture 14">
              <a:extLst>
                <a:ext uri="{FF2B5EF4-FFF2-40B4-BE49-F238E27FC236}">
                  <a16:creationId xmlns:a16="http://schemas.microsoft.com/office/drawing/2014/main" id="{E6F9F016-7F39-EA05-6F93-35387E6810AA}"/>
                </a:ext>
              </a:extLst>
            </p:cNvPr>
            <p:cNvPicPr>
              <a:picLocks noChangeAspect="1"/>
            </p:cNvPicPr>
            <p:nvPr/>
          </p:nvPicPr>
          <p:blipFill>
            <a:blip r:embed="rId4"/>
            <a:stretch>
              <a:fillRect/>
            </a:stretch>
          </p:blipFill>
          <p:spPr>
            <a:xfrm>
              <a:off x="1865134" y="1006211"/>
              <a:ext cx="1463161" cy="596816"/>
            </a:xfrm>
            <a:prstGeom prst="rect">
              <a:avLst/>
            </a:prstGeom>
          </p:spPr>
        </p:pic>
        <p:sp>
          <p:nvSpPr>
            <p:cNvPr id="17" name="Arrow: Down 16">
              <a:extLst>
                <a:ext uri="{FF2B5EF4-FFF2-40B4-BE49-F238E27FC236}">
                  <a16:creationId xmlns:a16="http://schemas.microsoft.com/office/drawing/2014/main" id="{BDF3FBA9-A6ED-398F-1105-56113A64E1B8}"/>
                </a:ext>
              </a:extLst>
            </p:cNvPr>
            <p:cNvSpPr/>
            <p:nvPr/>
          </p:nvSpPr>
          <p:spPr>
            <a:xfrm rot="16200000">
              <a:off x="3242090" y="983674"/>
              <a:ext cx="405581" cy="6636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E10C3CD5-699A-7BCE-B54B-C55A98D12C01}"/>
              </a:ext>
            </a:extLst>
          </p:cNvPr>
          <p:cNvGrpSpPr/>
          <p:nvPr/>
        </p:nvGrpSpPr>
        <p:grpSpPr>
          <a:xfrm>
            <a:off x="143766" y="4203017"/>
            <a:ext cx="2413508" cy="455902"/>
            <a:chOff x="1718830" y="1701198"/>
            <a:chExt cx="3159494" cy="596815"/>
          </a:xfrm>
        </p:grpSpPr>
        <p:pic>
          <p:nvPicPr>
            <p:cNvPr id="11" name="Picture 10">
              <a:extLst>
                <a:ext uri="{FF2B5EF4-FFF2-40B4-BE49-F238E27FC236}">
                  <a16:creationId xmlns:a16="http://schemas.microsoft.com/office/drawing/2014/main" id="{66D90654-4CDD-C5CF-4D96-C2C05CF94D02}"/>
                </a:ext>
              </a:extLst>
            </p:cNvPr>
            <p:cNvPicPr>
              <a:picLocks noChangeAspect="1"/>
            </p:cNvPicPr>
            <p:nvPr/>
          </p:nvPicPr>
          <p:blipFill>
            <a:blip r:embed="rId5"/>
            <a:stretch>
              <a:fillRect/>
            </a:stretch>
          </p:blipFill>
          <p:spPr>
            <a:xfrm>
              <a:off x="1718830" y="1701198"/>
              <a:ext cx="1466370" cy="596815"/>
            </a:xfrm>
            <a:prstGeom prst="rect">
              <a:avLst/>
            </a:prstGeom>
          </p:spPr>
        </p:pic>
        <p:pic>
          <p:nvPicPr>
            <p:cNvPr id="13" name="Picture 12">
              <a:extLst>
                <a:ext uri="{FF2B5EF4-FFF2-40B4-BE49-F238E27FC236}">
                  <a16:creationId xmlns:a16="http://schemas.microsoft.com/office/drawing/2014/main" id="{52D0B6A9-1E14-23A0-26B6-672CCDAB077B}"/>
                </a:ext>
              </a:extLst>
            </p:cNvPr>
            <p:cNvPicPr>
              <a:picLocks noChangeAspect="1"/>
            </p:cNvPicPr>
            <p:nvPr/>
          </p:nvPicPr>
          <p:blipFill>
            <a:blip r:embed="rId6"/>
            <a:stretch>
              <a:fillRect/>
            </a:stretch>
          </p:blipFill>
          <p:spPr>
            <a:xfrm>
              <a:off x="3411954" y="1701198"/>
              <a:ext cx="1466370" cy="596815"/>
            </a:xfrm>
            <a:prstGeom prst="rect">
              <a:avLst/>
            </a:prstGeom>
          </p:spPr>
        </p:pic>
        <p:sp>
          <p:nvSpPr>
            <p:cNvPr id="18" name="Arrow: Left-Right 17">
              <a:extLst>
                <a:ext uri="{FF2B5EF4-FFF2-40B4-BE49-F238E27FC236}">
                  <a16:creationId xmlns:a16="http://schemas.microsoft.com/office/drawing/2014/main" id="{602C5201-4F0F-4229-A1F0-3134CC9F7FD5}"/>
                </a:ext>
              </a:extLst>
            </p:cNvPr>
            <p:cNvSpPr/>
            <p:nvPr/>
          </p:nvSpPr>
          <p:spPr>
            <a:xfrm>
              <a:off x="2966736" y="1808602"/>
              <a:ext cx="663679" cy="382008"/>
            </a:xfrm>
            <a:prstGeom prst="leftRightArrow">
              <a:avLst>
                <a:gd name="adj1" fmla="val 40472"/>
                <a:gd name="adj2" fmla="val 59527"/>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5" name="Rectangle 24">
            <a:extLst>
              <a:ext uri="{FF2B5EF4-FFF2-40B4-BE49-F238E27FC236}">
                <a16:creationId xmlns:a16="http://schemas.microsoft.com/office/drawing/2014/main" id="{437C3F8C-4DA0-EB43-874F-64DDE3CE84C9}"/>
              </a:ext>
            </a:extLst>
          </p:cNvPr>
          <p:cNvSpPr/>
          <p:nvPr/>
        </p:nvSpPr>
        <p:spPr>
          <a:xfrm>
            <a:off x="2534529" y="2432423"/>
            <a:ext cx="4074942" cy="694006"/>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Placeholder for showing a comparison between the default and custom dialogs.</a:t>
            </a:r>
          </a:p>
        </p:txBody>
      </p:sp>
    </p:spTree>
    <p:extLst>
      <p:ext uri="{BB962C8B-B14F-4D97-AF65-F5344CB8AC3E}">
        <p14:creationId xmlns:p14="http://schemas.microsoft.com/office/powerpoint/2010/main" val="3512510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C67FF4AC-320D-820D-2ADE-20E07F62891E}"/>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210C67A0-1804-E0EF-6C6A-21C0B3C8DDC7}"/>
              </a:ext>
            </a:extLst>
          </p:cNvPr>
          <p:cNvSpPr txBox="1">
            <a:spLocks/>
          </p:cNvSpPr>
          <p:nvPr/>
        </p:nvSpPr>
        <p:spPr>
          <a:xfrm>
            <a:off x="143767" y="205637"/>
            <a:ext cx="8890166"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MacOS Users – File and Folder Permission Requests</a:t>
            </a:r>
          </a:p>
        </p:txBody>
      </p:sp>
      <p:sp>
        <p:nvSpPr>
          <p:cNvPr id="5" name="Google Shape;541;p64">
            <a:extLst>
              <a:ext uri="{FF2B5EF4-FFF2-40B4-BE49-F238E27FC236}">
                <a16:creationId xmlns:a16="http://schemas.microsoft.com/office/drawing/2014/main" id="{857243FB-C990-1436-FC6A-36C16E0043C6}"/>
              </a:ext>
            </a:extLst>
          </p:cNvPr>
          <p:cNvSpPr txBox="1">
            <a:spLocks/>
          </p:cNvSpPr>
          <p:nvPr/>
        </p:nvSpPr>
        <p:spPr>
          <a:xfrm>
            <a:off x="143765" y="818536"/>
            <a:ext cx="8556751" cy="27377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just">
              <a:spcAft>
                <a:spcPts val="600"/>
              </a:spcAft>
              <a:tabLst>
                <a:tab pos="1541463" algn="l"/>
              </a:tabLst>
            </a:pPr>
            <a:r>
              <a:rPr lang="en" sz="1200" dirty="0"/>
              <a:t>Also due to Apple’s stricter security controls, Excel needs to be granted access to any files and folders outside of its default access permissions. Unless you are a new Mac owner, you have seen similar requests before.</a:t>
            </a:r>
          </a:p>
          <a:p>
            <a:pPr marL="0" indent="0" algn="just">
              <a:spcAft>
                <a:spcPts val="600"/>
              </a:spcAft>
              <a:tabLst>
                <a:tab pos="1541463" algn="l"/>
              </a:tabLst>
            </a:pPr>
            <a:r>
              <a:rPr lang="en" sz="1200" dirty="0"/>
              <a:t>When you see such a request, simply </a:t>
            </a:r>
            <a:r>
              <a:rPr lang="en" sz="1200" b="1" dirty="0"/>
              <a:t>click on ‘Select’</a:t>
            </a:r>
            <a:r>
              <a:rPr lang="en" sz="1200" dirty="0"/>
              <a:t> in the first dialog, </a:t>
            </a:r>
            <a:r>
              <a:rPr lang="en" sz="1200" b="1" dirty="0"/>
              <a:t>and</a:t>
            </a:r>
            <a:r>
              <a:rPr lang="en" sz="1200" dirty="0"/>
              <a:t> then click on </a:t>
            </a:r>
            <a:r>
              <a:rPr lang="en" sz="1200" b="1" dirty="0"/>
              <a:t>‘Grant Access’ </a:t>
            </a:r>
            <a:r>
              <a:rPr lang="en" sz="1200" dirty="0"/>
              <a:t>in the subsequent one. </a:t>
            </a:r>
            <a:r>
              <a:rPr lang="en" sz="1200" b="1" dirty="0"/>
              <a:t>Do not change</a:t>
            </a:r>
            <a:r>
              <a:rPr lang="en" sz="1200" dirty="0"/>
              <a:t> the folder/file it is requesting access to; just click on the noted buttons.</a:t>
            </a:r>
          </a:p>
          <a:p>
            <a:pPr marL="0" indent="0" algn="just">
              <a:spcAft>
                <a:spcPts val="600"/>
              </a:spcAft>
              <a:tabLst>
                <a:tab pos="1541463" algn="l"/>
              </a:tabLst>
            </a:pPr>
            <a:r>
              <a:rPr lang="en" sz="1200" dirty="0"/>
              <a:t>The first few times you open this file or generate reports/certificates, you will see a bunch of these requests. However, the good news is that </a:t>
            </a:r>
            <a:r>
              <a:rPr lang="en" sz="1200" b="1" dirty="0"/>
              <a:t>permissions are typically remembered</a:t>
            </a:r>
            <a:r>
              <a:rPr lang="en" sz="1200" dirty="0"/>
              <a:t> and permanent, so you will quickly see fewer and fewer of these.</a:t>
            </a:r>
          </a:p>
          <a:p>
            <a:pPr marL="0" indent="0" algn="l">
              <a:spcAft>
                <a:spcPts val="600"/>
              </a:spcAft>
              <a:tabLst>
                <a:tab pos="457200" algn="l"/>
              </a:tabLst>
            </a:pPr>
            <a:r>
              <a:rPr lang="en" sz="1200" b="1" i="1" dirty="0"/>
              <a:t>Notes:</a:t>
            </a:r>
            <a:r>
              <a:rPr lang="en" sz="1200" dirty="0"/>
              <a:t> </a:t>
            </a:r>
          </a:p>
          <a:p>
            <a:pPr marL="342900" indent="-228600" algn="l">
              <a:spcAft>
                <a:spcPts val="600"/>
              </a:spcAft>
              <a:buFont typeface="Arial" panose="020B0604020202020204" pitchFamily="34" charset="0"/>
              <a:buChar char="•"/>
            </a:pPr>
            <a:r>
              <a:rPr lang="en" sz="1200" dirty="0"/>
              <a:t>The first time you generate proofs, reports, or certificates, PowerPoint will also need to request a few permissions, so keep an eye out for its icon to start bouncing.</a:t>
            </a:r>
          </a:p>
          <a:p>
            <a:pPr marL="342900" indent="-228600" algn="l">
              <a:spcAft>
                <a:spcPts val="600"/>
              </a:spcAft>
              <a:buFont typeface="Arial" panose="020B0604020202020204" pitchFamily="34" charset="0"/>
              <a:buChar char="•"/>
            </a:pPr>
            <a:r>
              <a:rPr lang="en" sz="1200" dirty="0"/>
              <a:t>In testing, one teacher (out of 8) kept seeing more of these than expected. If you have the same issue, feel free to contact me. (As of yet, no teachers from other branches have mentioned this problem.)</a:t>
            </a:r>
            <a:endParaRPr lang="en" sz="1200" b="1" i="1" dirty="0"/>
          </a:p>
        </p:txBody>
      </p:sp>
      <p:pic>
        <p:nvPicPr>
          <p:cNvPr id="18" name="Picture 17">
            <a:extLst>
              <a:ext uri="{FF2B5EF4-FFF2-40B4-BE49-F238E27FC236}">
                <a16:creationId xmlns:a16="http://schemas.microsoft.com/office/drawing/2014/main" id="{17AE7DF0-D53A-B9BF-581E-0A8B40D8DA7C}"/>
              </a:ext>
            </a:extLst>
          </p:cNvPr>
          <p:cNvPicPr>
            <a:picLocks noChangeAspect="1"/>
          </p:cNvPicPr>
          <p:nvPr/>
        </p:nvPicPr>
        <p:blipFill>
          <a:blip r:embed="rId3"/>
          <a:stretch>
            <a:fillRect/>
          </a:stretch>
        </p:blipFill>
        <p:spPr>
          <a:xfrm>
            <a:off x="3516244" y="3556240"/>
            <a:ext cx="5494321" cy="1537446"/>
          </a:xfrm>
          <a:prstGeom prst="rect">
            <a:avLst/>
          </a:prstGeom>
        </p:spPr>
      </p:pic>
    </p:spTree>
    <p:extLst>
      <p:ext uri="{BB962C8B-B14F-4D97-AF65-F5344CB8AC3E}">
        <p14:creationId xmlns:p14="http://schemas.microsoft.com/office/powerpoint/2010/main" val="4148316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7EDDCD91-BE96-D2CD-A424-4DDBD394B892}"/>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D47F45E5-F170-68D3-E7EA-6AB7E97B3395}"/>
              </a:ext>
            </a:extLst>
          </p:cNvPr>
          <p:cNvSpPr txBox="1">
            <a:spLocks/>
          </p:cNvSpPr>
          <p:nvPr/>
        </p:nvSpPr>
        <p:spPr>
          <a:xfrm>
            <a:off x="143767" y="205637"/>
            <a:ext cx="8890166"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MacOS Users – System Events and </a:t>
            </a:r>
            <a:r>
              <a:rPr lang="en-US" dirty="0" err="1"/>
              <a:t>Osascript</a:t>
            </a:r>
            <a:r>
              <a:rPr lang="en-US" dirty="0"/>
              <a:t> Dialogs</a:t>
            </a:r>
          </a:p>
        </p:txBody>
      </p:sp>
      <p:pic>
        <p:nvPicPr>
          <p:cNvPr id="4" name="Picture 2">
            <a:extLst>
              <a:ext uri="{FF2B5EF4-FFF2-40B4-BE49-F238E27FC236}">
                <a16:creationId xmlns:a16="http://schemas.microsoft.com/office/drawing/2014/main" id="{5D58B096-BDCD-9DA2-9A13-601C73CFCF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356" t="13252" r="10356" b="25800"/>
          <a:stretch/>
        </p:blipFill>
        <p:spPr bwMode="auto">
          <a:xfrm>
            <a:off x="722181" y="2571750"/>
            <a:ext cx="3639127" cy="14932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6A644E2-09DB-23A2-73A9-0695F628DBC0}"/>
              </a:ext>
            </a:extLst>
          </p:cNvPr>
          <p:cNvPicPr>
            <a:picLocks noChangeAspect="1"/>
          </p:cNvPicPr>
          <p:nvPr/>
        </p:nvPicPr>
        <p:blipFill>
          <a:blip r:embed="rId4"/>
          <a:stretch>
            <a:fillRect/>
          </a:stretch>
        </p:blipFill>
        <p:spPr>
          <a:xfrm>
            <a:off x="5586934" y="2571750"/>
            <a:ext cx="1836316" cy="2076450"/>
          </a:xfrm>
          <a:prstGeom prst="rect">
            <a:avLst/>
          </a:prstGeom>
        </p:spPr>
      </p:pic>
      <p:sp>
        <p:nvSpPr>
          <p:cNvPr id="3" name="Google Shape;541;p64">
            <a:extLst>
              <a:ext uri="{FF2B5EF4-FFF2-40B4-BE49-F238E27FC236}">
                <a16:creationId xmlns:a16="http://schemas.microsoft.com/office/drawing/2014/main" id="{02460E61-B104-5C61-2A74-7427E32FBEE1}"/>
              </a:ext>
            </a:extLst>
          </p:cNvPr>
          <p:cNvSpPr txBox="1">
            <a:spLocks noGrp="1"/>
          </p:cNvSpPr>
          <p:nvPr>
            <p:ph type="subTitle" idx="1"/>
          </p:nvPr>
        </p:nvSpPr>
        <p:spPr>
          <a:xfrm>
            <a:off x="143767" y="757575"/>
            <a:ext cx="8533889" cy="1579225"/>
          </a:xfrm>
          <a:prstGeom prst="rect">
            <a:avLst/>
          </a:prstGeom>
        </p:spPr>
        <p:txBody>
          <a:bodyPr spcFirstLastPara="1" wrap="square" lIns="91425" tIns="91425" rIns="91425" bIns="91425" anchor="t" anchorCtr="0">
            <a:noAutofit/>
          </a:bodyPr>
          <a:lstStyle/>
          <a:p>
            <a:pPr marL="0" lvl="0" indent="0" algn="l" rtl="0">
              <a:spcBef>
                <a:spcPts val="0"/>
              </a:spcBef>
              <a:tabLst>
                <a:tab pos="1485900" algn="l"/>
              </a:tabLst>
            </a:pPr>
            <a:r>
              <a:rPr lang="en" sz="1200" b="1" dirty="0"/>
              <a:t>System Events:	</a:t>
            </a:r>
            <a:r>
              <a:rPr lang="en" sz="1200" dirty="0"/>
              <a:t>These are simply Excel asking for permission to create or delete the files and folders the</a:t>
            </a:r>
          </a:p>
          <a:p>
            <a:pPr marL="0" lvl="0" indent="0" algn="l" rtl="0">
              <a:spcBef>
                <a:spcPts val="0"/>
              </a:spcBef>
              <a:tabLst>
                <a:tab pos="1485900" algn="l"/>
              </a:tabLst>
            </a:pPr>
            <a:r>
              <a:rPr lang="en" sz="1200" dirty="0"/>
              <a:t>	spreadsheet needs or to communicate with PowerPoint or 7zip. They appear somewhat</a:t>
            </a:r>
          </a:p>
          <a:p>
            <a:pPr marL="0" lvl="0" indent="0" algn="l" rtl="0">
              <a:spcBef>
                <a:spcPts val="0"/>
              </a:spcBef>
              <a:tabLst>
                <a:tab pos="1485900" algn="l"/>
              </a:tabLst>
            </a:pPr>
            <a:r>
              <a:rPr lang="en" sz="1200" dirty="0"/>
              <a:t>	randomly, so you may see them a few times one day, but not at all the next day, even if do</a:t>
            </a:r>
          </a:p>
          <a:p>
            <a:pPr marL="0" lvl="0" indent="0" algn="l" rtl="0">
              <a:spcBef>
                <a:spcPts val="0"/>
              </a:spcBef>
              <a:spcAft>
                <a:spcPts val="600"/>
              </a:spcAft>
              <a:tabLst>
                <a:tab pos="1485900" algn="l"/>
              </a:tabLst>
            </a:pPr>
            <a:r>
              <a:rPr lang="en" sz="1200" dirty="0"/>
              <a:t>	the exact same thing.	</a:t>
            </a:r>
          </a:p>
          <a:p>
            <a:pPr marL="0" lvl="0" indent="0" algn="l" rtl="0">
              <a:spcBef>
                <a:spcPts val="0"/>
              </a:spcBef>
              <a:tabLst>
                <a:tab pos="1485900" algn="l"/>
              </a:tabLst>
            </a:pPr>
            <a:r>
              <a:rPr lang="en" sz="1200" b="1" dirty="0"/>
              <a:t>Osascript:	</a:t>
            </a:r>
            <a:r>
              <a:rPr lang="en" sz="1200" dirty="0"/>
              <a:t>As mentioned, there is </a:t>
            </a:r>
            <a:r>
              <a:rPr lang="en" sz="1200" b="1" i="1" dirty="0"/>
              <a:t>one time</a:t>
            </a:r>
            <a:r>
              <a:rPr lang="en" sz="1200" dirty="0"/>
              <a:t> when a folder needs to be created in a secure spot.</a:t>
            </a:r>
          </a:p>
          <a:p>
            <a:pPr marL="0" lvl="0" indent="0" algn="l" rtl="0">
              <a:spcBef>
                <a:spcPts val="0"/>
              </a:spcBef>
              <a:tabLst>
                <a:tab pos="1485900" algn="l"/>
              </a:tabLst>
            </a:pPr>
            <a:r>
              <a:rPr lang="en" sz="1200" dirty="0"/>
              <a:t> 	Once this folder has been created, the spreadsheet should </a:t>
            </a:r>
            <a:r>
              <a:rPr lang="en" sz="1200" b="1" i="1" dirty="0"/>
              <a:t>never prompt you again</a:t>
            </a:r>
          </a:p>
          <a:p>
            <a:pPr marL="0" lvl="0" indent="0" algn="l" rtl="0">
              <a:spcBef>
                <a:spcPts val="0"/>
              </a:spcBef>
              <a:spcAft>
                <a:spcPts val="600"/>
              </a:spcAft>
              <a:tabLst>
                <a:tab pos="1485900" algn="l"/>
              </a:tabLst>
            </a:pPr>
            <a:r>
              <a:rPr lang="en" sz="1200" dirty="0"/>
              <a:t>	(unless you manually find and delete this folder).</a:t>
            </a:r>
            <a:endParaRPr lang="en" sz="1200" b="1" dirty="0"/>
          </a:p>
        </p:txBody>
      </p:sp>
    </p:spTree>
    <p:extLst>
      <p:ext uri="{BB962C8B-B14F-4D97-AF65-F5344CB8AC3E}">
        <p14:creationId xmlns:p14="http://schemas.microsoft.com/office/powerpoint/2010/main" val="2366378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7">
          <a:extLst>
            <a:ext uri="{FF2B5EF4-FFF2-40B4-BE49-F238E27FC236}">
              <a16:creationId xmlns:a16="http://schemas.microsoft.com/office/drawing/2014/main" id="{42768516-C42A-1B45-D449-8E06CF7D0D44}"/>
            </a:ext>
          </a:extLst>
        </p:cNvPr>
        <p:cNvGrpSpPr/>
        <p:nvPr/>
      </p:nvGrpSpPr>
      <p:grpSpPr>
        <a:xfrm>
          <a:off x="0" y="0"/>
          <a:ext cx="0" cy="0"/>
          <a:chOff x="0" y="0"/>
          <a:chExt cx="0" cy="0"/>
        </a:xfrm>
      </p:grpSpPr>
      <p:sp>
        <p:nvSpPr>
          <p:cNvPr id="578" name="Google Shape;578;p70">
            <a:extLst>
              <a:ext uri="{FF2B5EF4-FFF2-40B4-BE49-F238E27FC236}">
                <a16:creationId xmlns:a16="http://schemas.microsoft.com/office/drawing/2014/main" id="{17CA3BE8-2840-CFB5-8A48-A307135F7066}"/>
              </a:ext>
            </a:extLst>
          </p:cNvPr>
          <p:cNvSpPr txBox="1">
            <a:spLocks noGrp="1"/>
          </p:cNvSpPr>
          <p:nvPr>
            <p:ph type="title"/>
          </p:nvPr>
        </p:nvSpPr>
        <p:spPr>
          <a:xfrm>
            <a:off x="867300" y="2366275"/>
            <a:ext cx="74094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Classes</a:t>
            </a:r>
            <a:endParaRPr dirty="0"/>
          </a:p>
        </p:txBody>
      </p:sp>
      <p:sp>
        <p:nvSpPr>
          <p:cNvPr id="579" name="Google Shape;579;p70">
            <a:extLst>
              <a:ext uri="{FF2B5EF4-FFF2-40B4-BE49-F238E27FC236}">
                <a16:creationId xmlns:a16="http://schemas.microsoft.com/office/drawing/2014/main" id="{EB82426B-044A-A798-6A2C-522CDB45AE88}"/>
              </a:ext>
            </a:extLst>
          </p:cNvPr>
          <p:cNvSpPr txBox="1">
            <a:spLocks noGrp="1"/>
          </p:cNvSpPr>
          <p:nvPr>
            <p:ph type="title" idx="2"/>
          </p:nvPr>
        </p:nvSpPr>
        <p:spPr>
          <a:xfrm>
            <a:off x="3746550" y="1339163"/>
            <a:ext cx="1650900" cy="978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04</a:t>
            </a:r>
            <a:endParaRPr dirty="0"/>
          </a:p>
        </p:txBody>
      </p:sp>
      <p:sp>
        <p:nvSpPr>
          <p:cNvPr id="3" name="Subtitle 2">
            <a:extLst>
              <a:ext uri="{FF2B5EF4-FFF2-40B4-BE49-F238E27FC236}">
                <a16:creationId xmlns:a16="http://schemas.microsoft.com/office/drawing/2014/main" id="{76CDCC89-900C-6AB9-295C-30FFF4F440B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7736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7F3A678E-907A-841F-3610-085529723886}"/>
            </a:ext>
          </a:extLst>
        </p:cNvPr>
        <p:cNvGrpSpPr/>
        <p:nvPr/>
      </p:nvGrpSpPr>
      <p:grpSpPr>
        <a:xfrm>
          <a:off x="0" y="0"/>
          <a:ext cx="0" cy="0"/>
          <a:chOff x="0" y="0"/>
          <a:chExt cx="0" cy="0"/>
        </a:xfrm>
      </p:grpSpPr>
      <p:sp>
        <p:nvSpPr>
          <p:cNvPr id="541" name="Google Shape;541;p64">
            <a:extLst>
              <a:ext uri="{FF2B5EF4-FFF2-40B4-BE49-F238E27FC236}">
                <a16:creationId xmlns:a16="http://schemas.microsoft.com/office/drawing/2014/main" id="{B37C82EC-F21F-CAD7-EAF7-DBB36E0D046E}"/>
              </a:ext>
            </a:extLst>
          </p:cNvPr>
          <p:cNvSpPr txBox="1">
            <a:spLocks noGrp="1"/>
          </p:cNvSpPr>
          <p:nvPr>
            <p:ph type="subTitle" idx="1"/>
          </p:nvPr>
        </p:nvSpPr>
        <p:spPr>
          <a:xfrm>
            <a:off x="143767" y="865305"/>
            <a:ext cx="5008556" cy="1255580"/>
          </a:xfrm>
          <a:prstGeom prst="rect">
            <a:avLst/>
          </a:prstGeom>
        </p:spPr>
        <p:txBody>
          <a:bodyPr spcFirstLastPara="1" wrap="square" lIns="91425" tIns="91425" rIns="91425" bIns="91425" numCol="2" anchor="t" anchorCtr="0">
            <a:noAutofit/>
          </a:bodyPr>
          <a:lstStyle/>
          <a:p>
            <a:pPr marL="0" lvl="0" indent="0" algn="l" rtl="0">
              <a:spcBef>
                <a:spcPts val="0"/>
              </a:spcBef>
              <a:spcAft>
                <a:spcPts val="600"/>
              </a:spcAft>
            </a:pPr>
            <a:r>
              <a:rPr lang="en" sz="1600" b="1" i="1" dirty="0"/>
              <a:t>Sections Covered:</a:t>
            </a:r>
          </a:p>
          <a:p>
            <a:pPr marL="228600" lvl="0" indent="-228600" algn="l" rtl="0">
              <a:spcBef>
                <a:spcPts val="0"/>
              </a:spcBef>
              <a:spcAft>
                <a:spcPts val="600"/>
              </a:spcAft>
              <a:buSzPct val="100000"/>
              <a:buFont typeface="+mj-lt"/>
              <a:buAutoNum type="arabicPeriod"/>
            </a:pPr>
            <a:r>
              <a:rPr lang="en" sz="1600" dirty="0"/>
              <a:t>Class Information</a:t>
            </a:r>
          </a:p>
          <a:p>
            <a:pPr marL="228600" lvl="0" indent="-228600" algn="l" rtl="0">
              <a:spcBef>
                <a:spcPts val="0"/>
              </a:spcBef>
              <a:spcAft>
                <a:spcPts val="600"/>
              </a:spcAft>
              <a:buSzPct val="100000"/>
              <a:buFont typeface="+mj-lt"/>
              <a:buAutoNum type="arabicPeriod"/>
            </a:pPr>
            <a:r>
              <a:rPr lang="en" sz="1600" dirty="0"/>
              <a:t>Student Names</a:t>
            </a:r>
          </a:p>
          <a:p>
            <a:pPr marL="228600" lvl="0" indent="-228600" algn="l" rtl="0">
              <a:spcBef>
                <a:spcPts val="0"/>
              </a:spcBef>
              <a:spcAft>
                <a:spcPts val="600"/>
              </a:spcAft>
              <a:buSzPct val="100000"/>
              <a:buFont typeface="+mj-lt"/>
              <a:buAutoNum type="arabicPeriod"/>
            </a:pPr>
            <a:r>
              <a:rPr lang="en" sz="1600" dirty="0"/>
              <a:t>Grades</a:t>
            </a:r>
          </a:p>
          <a:p>
            <a:pPr marL="228600" lvl="0" indent="-228600" algn="l" rtl="0">
              <a:spcBef>
                <a:spcPts val="0"/>
              </a:spcBef>
              <a:spcAft>
                <a:spcPts val="600"/>
              </a:spcAft>
              <a:buSzPct val="100000"/>
              <a:buFont typeface="+mj-lt"/>
              <a:buAutoNum type="arabicPeriod"/>
            </a:pPr>
            <a:endParaRPr lang="en" sz="1600" dirty="0"/>
          </a:p>
          <a:p>
            <a:pPr marL="228600" lvl="0" indent="-228600" algn="l" rtl="0">
              <a:spcBef>
                <a:spcPts val="0"/>
              </a:spcBef>
              <a:spcAft>
                <a:spcPts val="600"/>
              </a:spcAft>
              <a:buSzPct val="100000"/>
              <a:buFont typeface="+mj-lt"/>
              <a:buAutoNum type="arabicPeriod"/>
            </a:pPr>
            <a:r>
              <a:rPr lang="en" sz="1600" dirty="0"/>
              <a:t>Comments &amp; Notes</a:t>
            </a:r>
          </a:p>
          <a:p>
            <a:pPr marL="228600" lvl="0" indent="-228600" algn="l" rtl="0">
              <a:spcBef>
                <a:spcPts val="0"/>
              </a:spcBef>
              <a:spcAft>
                <a:spcPts val="600"/>
              </a:spcAft>
              <a:buSzPct val="100000"/>
              <a:buFont typeface="+mj-lt"/>
              <a:buAutoNum type="arabicPeriod"/>
            </a:pPr>
            <a:r>
              <a:rPr lang="en" sz="1600" dirty="0"/>
              <a:t>Class Winners</a:t>
            </a:r>
          </a:p>
          <a:p>
            <a:pPr marL="228600" lvl="0" indent="-228600" algn="l" rtl="0">
              <a:spcBef>
                <a:spcPts val="0"/>
              </a:spcBef>
              <a:spcAft>
                <a:spcPts val="600"/>
              </a:spcAft>
              <a:buSzPct val="100000"/>
              <a:buFont typeface="+mj-lt"/>
              <a:buAutoNum type="arabicPeriod"/>
            </a:pPr>
            <a:r>
              <a:rPr lang="en" sz="1600" dirty="0"/>
              <a:t>Action Buttons</a:t>
            </a:r>
            <a:endParaRPr lang="en" sz="1200" dirty="0"/>
          </a:p>
        </p:txBody>
      </p:sp>
      <p:sp>
        <p:nvSpPr>
          <p:cNvPr id="2" name="Google Shape;578;p70">
            <a:extLst>
              <a:ext uri="{FF2B5EF4-FFF2-40B4-BE49-F238E27FC236}">
                <a16:creationId xmlns:a16="http://schemas.microsoft.com/office/drawing/2014/main" id="{6EDEF262-6DB2-73F0-3AE2-866ADAB6CADB}"/>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Classes</a:t>
            </a:r>
          </a:p>
        </p:txBody>
      </p:sp>
      <p:pic>
        <p:nvPicPr>
          <p:cNvPr id="17" name="Picture 16">
            <a:extLst>
              <a:ext uri="{FF2B5EF4-FFF2-40B4-BE49-F238E27FC236}">
                <a16:creationId xmlns:a16="http://schemas.microsoft.com/office/drawing/2014/main" id="{67A95278-0C95-A5B7-58B4-5AE4432642F3}"/>
              </a:ext>
            </a:extLst>
          </p:cNvPr>
          <p:cNvPicPr>
            <a:picLocks noChangeAspect="1"/>
          </p:cNvPicPr>
          <p:nvPr/>
        </p:nvPicPr>
        <p:blipFill>
          <a:blip r:embed="rId3"/>
          <a:stretch>
            <a:fillRect/>
          </a:stretch>
        </p:blipFill>
        <p:spPr>
          <a:xfrm>
            <a:off x="0" y="2435563"/>
            <a:ext cx="9144000" cy="2433617"/>
          </a:xfrm>
          <a:prstGeom prst="rect">
            <a:avLst/>
          </a:prstGeom>
        </p:spPr>
      </p:pic>
      <p:sp>
        <p:nvSpPr>
          <p:cNvPr id="18" name="Google Shape;578;p70">
            <a:extLst>
              <a:ext uri="{FF2B5EF4-FFF2-40B4-BE49-F238E27FC236}">
                <a16:creationId xmlns:a16="http://schemas.microsoft.com/office/drawing/2014/main" id="{26CC84DD-5A8B-4890-0C3A-F1EAA03D442D}"/>
              </a:ext>
            </a:extLst>
          </p:cNvPr>
          <p:cNvSpPr txBox="1">
            <a:spLocks/>
          </p:cNvSpPr>
          <p:nvPr/>
        </p:nvSpPr>
        <p:spPr>
          <a:xfrm>
            <a:off x="669925" y="2542193"/>
            <a:ext cx="335556" cy="488934"/>
          </a:xfrm>
          <a:prstGeom prst="rect">
            <a:avLst/>
          </a:prstGeom>
          <a:solidFill>
            <a:schemeClr val="bg1"/>
          </a:solidFill>
          <a:ln w="19050">
            <a:solidFill>
              <a:srgbClr val="FF0000"/>
            </a:solidFill>
            <a:prstDash val="sysDash"/>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r>
              <a:rPr lang="en-US" dirty="0">
                <a:solidFill>
                  <a:srgbClr val="FF0000"/>
                </a:solidFill>
              </a:rPr>
              <a:t>1</a:t>
            </a:r>
          </a:p>
        </p:txBody>
      </p:sp>
      <p:sp>
        <p:nvSpPr>
          <p:cNvPr id="19" name="Google Shape;578;p70">
            <a:extLst>
              <a:ext uri="{FF2B5EF4-FFF2-40B4-BE49-F238E27FC236}">
                <a16:creationId xmlns:a16="http://schemas.microsoft.com/office/drawing/2014/main" id="{51331E77-4805-02DC-A2E1-27008B695384}"/>
              </a:ext>
            </a:extLst>
          </p:cNvPr>
          <p:cNvSpPr txBox="1">
            <a:spLocks/>
          </p:cNvSpPr>
          <p:nvPr/>
        </p:nvSpPr>
        <p:spPr>
          <a:xfrm>
            <a:off x="504738" y="3705686"/>
            <a:ext cx="335556" cy="488934"/>
          </a:xfrm>
          <a:prstGeom prst="rect">
            <a:avLst/>
          </a:prstGeom>
          <a:solidFill>
            <a:schemeClr val="bg1"/>
          </a:solidFill>
          <a:ln w="19050">
            <a:solidFill>
              <a:srgbClr val="FF0000"/>
            </a:solidFill>
            <a:prstDash val="sysDash"/>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r>
              <a:rPr lang="en-US" dirty="0">
                <a:solidFill>
                  <a:srgbClr val="FF0000"/>
                </a:solidFill>
              </a:rPr>
              <a:t>2</a:t>
            </a:r>
          </a:p>
        </p:txBody>
      </p:sp>
      <p:sp>
        <p:nvSpPr>
          <p:cNvPr id="20" name="Google Shape;578;p70">
            <a:extLst>
              <a:ext uri="{FF2B5EF4-FFF2-40B4-BE49-F238E27FC236}">
                <a16:creationId xmlns:a16="http://schemas.microsoft.com/office/drawing/2014/main" id="{3DB1D1FF-C4FE-78E3-A70E-44BDC8D8173B}"/>
              </a:ext>
            </a:extLst>
          </p:cNvPr>
          <p:cNvSpPr txBox="1">
            <a:spLocks/>
          </p:cNvSpPr>
          <p:nvPr/>
        </p:nvSpPr>
        <p:spPr>
          <a:xfrm>
            <a:off x="2370409" y="3705686"/>
            <a:ext cx="335556" cy="488934"/>
          </a:xfrm>
          <a:prstGeom prst="rect">
            <a:avLst/>
          </a:prstGeom>
          <a:solidFill>
            <a:schemeClr val="bg1"/>
          </a:solidFill>
          <a:ln w="19050">
            <a:solidFill>
              <a:srgbClr val="FF0000"/>
            </a:solidFill>
            <a:prstDash val="sysDash"/>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r>
              <a:rPr lang="en-US" dirty="0">
                <a:solidFill>
                  <a:srgbClr val="FF0000"/>
                </a:solidFill>
              </a:rPr>
              <a:t>3</a:t>
            </a:r>
          </a:p>
        </p:txBody>
      </p:sp>
      <p:sp>
        <p:nvSpPr>
          <p:cNvPr id="21" name="Google Shape;578;p70">
            <a:extLst>
              <a:ext uri="{FF2B5EF4-FFF2-40B4-BE49-F238E27FC236}">
                <a16:creationId xmlns:a16="http://schemas.microsoft.com/office/drawing/2014/main" id="{21D16E54-B591-530F-7A02-E6601157C6C4}"/>
              </a:ext>
            </a:extLst>
          </p:cNvPr>
          <p:cNvSpPr txBox="1">
            <a:spLocks/>
          </p:cNvSpPr>
          <p:nvPr/>
        </p:nvSpPr>
        <p:spPr>
          <a:xfrm>
            <a:off x="6986654" y="3705686"/>
            <a:ext cx="335556" cy="488934"/>
          </a:xfrm>
          <a:prstGeom prst="rect">
            <a:avLst/>
          </a:prstGeom>
          <a:solidFill>
            <a:schemeClr val="bg1"/>
          </a:solidFill>
          <a:ln w="19050">
            <a:solidFill>
              <a:srgbClr val="FF0000"/>
            </a:solidFill>
            <a:prstDash val="sysDash"/>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r>
              <a:rPr lang="en-US" dirty="0">
                <a:solidFill>
                  <a:srgbClr val="FF0000"/>
                </a:solidFill>
              </a:rPr>
              <a:t>4</a:t>
            </a:r>
          </a:p>
        </p:txBody>
      </p:sp>
      <p:sp>
        <p:nvSpPr>
          <p:cNvPr id="26" name="Google Shape;578;p70">
            <a:extLst>
              <a:ext uri="{FF2B5EF4-FFF2-40B4-BE49-F238E27FC236}">
                <a16:creationId xmlns:a16="http://schemas.microsoft.com/office/drawing/2014/main" id="{F12EB12A-9EBE-A7D7-DD63-AB86AAE4332D}"/>
              </a:ext>
            </a:extLst>
          </p:cNvPr>
          <p:cNvSpPr txBox="1">
            <a:spLocks/>
          </p:cNvSpPr>
          <p:nvPr/>
        </p:nvSpPr>
        <p:spPr>
          <a:xfrm>
            <a:off x="8019041" y="2652706"/>
            <a:ext cx="335556" cy="488934"/>
          </a:xfrm>
          <a:prstGeom prst="rect">
            <a:avLst/>
          </a:prstGeom>
          <a:solidFill>
            <a:schemeClr val="bg1"/>
          </a:solidFill>
          <a:ln w="19050">
            <a:solidFill>
              <a:srgbClr val="FF0000"/>
            </a:solidFill>
            <a:prstDash val="sysDash"/>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r>
              <a:rPr lang="en-US" dirty="0">
                <a:solidFill>
                  <a:srgbClr val="FF0000"/>
                </a:solidFill>
              </a:rPr>
              <a:t>5</a:t>
            </a:r>
          </a:p>
        </p:txBody>
      </p:sp>
      <p:sp>
        <p:nvSpPr>
          <p:cNvPr id="27" name="Google Shape;578;p70">
            <a:extLst>
              <a:ext uri="{FF2B5EF4-FFF2-40B4-BE49-F238E27FC236}">
                <a16:creationId xmlns:a16="http://schemas.microsoft.com/office/drawing/2014/main" id="{BA7A0880-3B4B-6018-4A72-B44B7E2A17FB}"/>
              </a:ext>
            </a:extLst>
          </p:cNvPr>
          <p:cNvSpPr txBox="1">
            <a:spLocks/>
          </p:cNvSpPr>
          <p:nvPr/>
        </p:nvSpPr>
        <p:spPr>
          <a:xfrm>
            <a:off x="5651924" y="2652706"/>
            <a:ext cx="335556" cy="488934"/>
          </a:xfrm>
          <a:prstGeom prst="rect">
            <a:avLst/>
          </a:prstGeom>
          <a:solidFill>
            <a:schemeClr val="bg1"/>
          </a:solidFill>
          <a:ln w="19050">
            <a:solidFill>
              <a:srgbClr val="FF0000"/>
            </a:solidFill>
            <a:prstDash val="sysDash"/>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r>
              <a:rPr lang="en-US" dirty="0">
                <a:solidFill>
                  <a:srgbClr val="FF0000"/>
                </a:solidFill>
              </a:rPr>
              <a:t>6</a:t>
            </a:r>
          </a:p>
        </p:txBody>
      </p:sp>
    </p:spTree>
    <p:extLst>
      <p:ext uri="{BB962C8B-B14F-4D97-AF65-F5344CB8AC3E}">
        <p14:creationId xmlns:p14="http://schemas.microsoft.com/office/powerpoint/2010/main" val="1848961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A90FDD67-1306-DC04-5CD0-EFE367129E18}"/>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68DF66BE-7393-7905-6B6E-401B4667DAA6}"/>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Classes – Class Information</a:t>
            </a:r>
          </a:p>
        </p:txBody>
      </p:sp>
      <p:pic>
        <p:nvPicPr>
          <p:cNvPr id="17" name="Picture 16">
            <a:extLst>
              <a:ext uri="{FF2B5EF4-FFF2-40B4-BE49-F238E27FC236}">
                <a16:creationId xmlns:a16="http://schemas.microsoft.com/office/drawing/2014/main" id="{182457F7-481B-EE50-5C7A-72B421941599}"/>
              </a:ext>
            </a:extLst>
          </p:cNvPr>
          <p:cNvPicPr>
            <a:picLocks noChangeAspect="1"/>
          </p:cNvPicPr>
          <p:nvPr/>
        </p:nvPicPr>
        <p:blipFill>
          <a:blip r:embed="rId3"/>
          <a:srcRect/>
          <a:stretch/>
        </p:blipFill>
        <p:spPr>
          <a:xfrm>
            <a:off x="6663334" y="512086"/>
            <a:ext cx="2480666" cy="1825625"/>
          </a:xfrm>
          <a:prstGeom prst="rect">
            <a:avLst/>
          </a:prstGeom>
        </p:spPr>
      </p:pic>
      <p:grpSp>
        <p:nvGrpSpPr>
          <p:cNvPr id="12" name="Group 11">
            <a:extLst>
              <a:ext uri="{FF2B5EF4-FFF2-40B4-BE49-F238E27FC236}">
                <a16:creationId xmlns:a16="http://schemas.microsoft.com/office/drawing/2014/main" id="{8759D5BC-F46F-C633-E170-AA2DD8F4B3AC}"/>
              </a:ext>
            </a:extLst>
          </p:cNvPr>
          <p:cNvGrpSpPr/>
          <p:nvPr/>
        </p:nvGrpSpPr>
        <p:grpSpPr>
          <a:xfrm>
            <a:off x="143767" y="941008"/>
            <a:ext cx="6519567" cy="2072149"/>
            <a:chOff x="143767" y="1157748"/>
            <a:chExt cx="6519567" cy="2072149"/>
          </a:xfrm>
        </p:grpSpPr>
        <p:sp>
          <p:nvSpPr>
            <p:cNvPr id="5" name="Google Shape;541;p64">
              <a:extLst>
                <a:ext uri="{FF2B5EF4-FFF2-40B4-BE49-F238E27FC236}">
                  <a16:creationId xmlns:a16="http://schemas.microsoft.com/office/drawing/2014/main" id="{4E8CB78F-FEED-04D4-A8B6-1A1D6D74CAD8}"/>
                </a:ext>
              </a:extLst>
            </p:cNvPr>
            <p:cNvSpPr txBox="1">
              <a:spLocks/>
            </p:cNvSpPr>
            <p:nvPr/>
          </p:nvSpPr>
          <p:spPr>
            <a:xfrm>
              <a:off x="143767" y="1157748"/>
              <a:ext cx="6519567" cy="207214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l">
                <a:spcAft>
                  <a:spcPts val="600"/>
                </a:spcAft>
                <a:tabLst>
                  <a:tab pos="1541463" algn="l"/>
                </a:tabLst>
              </a:pPr>
              <a:r>
                <a:rPr lang="en" sz="1200" b="1" dirty="0"/>
                <a:t>Native Teacher:	</a:t>
              </a:r>
              <a:r>
                <a:rPr lang="en" sz="1200" dirty="0"/>
                <a:t>Your name written in English without ‘tr.’ or other suffixes.</a:t>
              </a:r>
            </a:p>
            <a:p>
              <a:pPr marL="0" indent="0" algn="l">
                <a:tabLst>
                  <a:tab pos="1541463" algn="l"/>
                </a:tabLst>
              </a:pPr>
              <a:r>
                <a:rPr lang="en" sz="1200" b="1" dirty="0"/>
                <a:t>Korean Teacher:	</a:t>
              </a:r>
              <a:r>
                <a:rPr lang="en" sz="1200" dirty="0"/>
                <a:t>Your KT’s name written in Korean. If you are unable to type in</a:t>
              </a:r>
            </a:p>
            <a:p>
              <a:pPr marL="0" indent="0" algn="l">
                <a:spcAft>
                  <a:spcPts val="600"/>
                </a:spcAft>
                <a:tabLst>
                  <a:tab pos="1541463" algn="l"/>
                </a:tabLst>
              </a:pPr>
              <a:r>
                <a:rPr lang="en" sz="1200" dirty="0"/>
                <a:t>	Korean, see section 6 (Action Buttons).</a:t>
              </a:r>
            </a:p>
            <a:p>
              <a:pPr marL="0" indent="0" algn="l">
                <a:spcAft>
                  <a:spcPts val="600"/>
                </a:spcAft>
                <a:tabLst>
                  <a:tab pos="1541463" algn="l"/>
                </a:tabLst>
              </a:pPr>
              <a:r>
                <a:rPr lang="en" sz="1200" b="1" dirty="0"/>
                <a:t>Level:	</a:t>
              </a:r>
              <a:r>
                <a:rPr lang="en" sz="1200" dirty="0"/>
                <a:t>Type and/or select the class’s level from the dropdown list.</a:t>
              </a:r>
              <a:endParaRPr lang="en" sz="1200" b="1" i="1" dirty="0"/>
            </a:p>
            <a:p>
              <a:pPr marL="0" indent="0" algn="l">
                <a:spcAft>
                  <a:spcPts val="600"/>
                </a:spcAft>
                <a:tabLst>
                  <a:tab pos="1541463" algn="l"/>
                </a:tabLst>
              </a:pPr>
              <a:r>
                <a:rPr lang="en" sz="1200" b="1" dirty="0"/>
                <a:t>Class Days:	</a:t>
              </a:r>
              <a:r>
                <a:rPr lang="en" sz="1200" dirty="0"/>
                <a:t>Type and/or select which days you see this class.</a:t>
              </a:r>
            </a:p>
            <a:p>
              <a:pPr marL="0" indent="0" algn="l">
                <a:tabLst>
                  <a:tab pos="1541463" algn="l"/>
                </a:tabLst>
              </a:pPr>
              <a:r>
                <a:rPr lang="en" sz="1200" b="1" dirty="0"/>
                <a:t>(Class 1) Time:	</a:t>
              </a:r>
              <a:r>
                <a:rPr lang="en" sz="1200" dirty="0"/>
                <a:t>Type and/or select the time of your first class with them each</a:t>
              </a:r>
            </a:p>
            <a:p>
              <a:pPr marL="0" indent="0" algn="l">
                <a:spcAft>
                  <a:spcPts val="600"/>
                </a:spcAft>
                <a:tabLst>
                  <a:tab pos="1541463" algn="l"/>
                </a:tabLst>
              </a:pPr>
              <a:r>
                <a:rPr lang="en" sz="1200" dirty="0"/>
                <a:t>	week.</a:t>
              </a:r>
            </a:p>
            <a:p>
              <a:pPr marL="0" indent="0" algn="l">
                <a:spcAft>
                  <a:spcPts val="600"/>
                </a:spcAft>
                <a:tabLst>
                  <a:tab pos="1541463" algn="l"/>
                </a:tabLst>
              </a:pPr>
              <a:r>
                <a:rPr lang="en" sz="1200" b="1" dirty="0"/>
                <a:t>Evaluation Date:	</a:t>
              </a:r>
              <a:r>
                <a:rPr lang="en" sz="1200" dirty="0"/>
                <a:t>Enter the date you performed (the majority of) the evaluations.</a:t>
              </a:r>
              <a:endParaRPr lang="en" sz="1200" b="1" dirty="0"/>
            </a:p>
          </p:txBody>
        </p:sp>
        <p:sp>
          <p:nvSpPr>
            <p:cNvPr id="7" name="TextBox 6">
              <a:extLst>
                <a:ext uri="{FF2B5EF4-FFF2-40B4-BE49-F238E27FC236}">
                  <a16:creationId xmlns:a16="http://schemas.microsoft.com/office/drawing/2014/main" id="{D6A33F05-7E50-6001-2199-FDAD398F7382}"/>
                </a:ext>
              </a:extLst>
            </p:cNvPr>
            <p:cNvSpPr txBox="1"/>
            <p:nvPr/>
          </p:nvSpPr>
          <p:spPr>
            <a:xfrm>
              <a:off x="6075721" y="1831791"/>
              <a:ext cx="291282" cy="400110"/>
            </a:xfrm>
            <a:prstGeom prst="rect">
              <a:avLst/>
            </a:prstGeom>
            <a:noFill/>
          </p:spPr>
          <p:txBody>
            <a:bodyPr wrap="square">
              <a:spAutoFit/>
            </a:bodyPr>
            <a:lstStyle/>
            <a:p>
              <a:r>
                <a:rPr lang="en" sz="2000" b="1" i="1" dirty="0"/>
                <a:t>*</a:t>
              </a:r>
              <a:endParaRPr lang="en-US" dirty="0"/>
            </a:p>
          </p:txBody>
        </p:sp>
        <p:sp>
          <p:nvSpPr>
            <p:cNvPr id="8" name="TextBox 7">
              <a:extLst>
                <a:ext uri="{FF2B5EF4-FFF2-40B4-BE49-F238E27FC236}">
                  <a16:creationId xmlns:a16="http://schemas.microsoft.com/office/drawing/2014/main" id="{83E289E7-AF2F-5346-54D2-9DC585A57473}"/>
                </a:ext>
              </a:extLst>
            </p:cNvPr>
            <p:cNvSpPr txBox="1"/>
            <p:nvPr/>
          </p:nvSpPr>
          <p:spPr>
            <a:xfrm>
              <a:off x="2089458" y="2528353"/>
              <a:ext cx="291282" cy="400110"/>
            </a:xfrm>
            <a:prstGeom prst="rect">
              <a:avLst/>
            </a:prstGeom>
            <a:noFill/>
          </p:spPr>
          <p:txBody>
            <a:bodyPr wrap="square">
              <a:spAutoFit/>
            </a:bodyPr>
            <a:lstStyle/>
            <a:p>
              <a:r>
                <a:rPr lang="en" sz="2000" b="1" i="1" dirty="0"/>
                <a:t>*</a:t>
              </a:r>
              <a:endParaRPr lang="en-US" dirty="0"/>
            </a:p>
          </p:txBody>
        </p:sp>
        <p:sp>
          <p:nvSpPr>
            <p:cNvPr id="9" name="TextBox 8">
              <a:extLst>
                <a:ext uri="{FF2B5EF4-FFF2-40B4-BE49-F238E27FC236}">
                  <a16:creationId xmlns:a16="http://schemas.microsoft.com/office/drawing/2014/main" id="{B6B63CF8-4DDA-7C1C-9A47-7CF0699F4BCD}"/>
                </a:ext>
              </a:extLst>
            </p:cNvPr>
            <p:cNvSpPr txBox="1"/>
            <p:nvPr/>
          </p:nvSpPr>
          <p:spPr>
            <a:xfrm>
              <a:off x="5326421" y="2108016"/>
              <a:ext cx="291282" cy="400110"/>
            </a:xfrm>
            <a:prstGeom prst="rect">
              <a:avLst/>
            </a:prstGeom>
            <a:noFill/>
          </p:spPr>
          <p:txBody>
            <a:bodyPr wrap="square">
              <a:spAutoFit/>
            </a:bodyPr>
            <a:lstStyle/>
            <a:p>
              <a:r>
                <a:rPr lang="en" sz="2000" b="1" i="1" dirty="0"/>
                <a:t>*</a:t>
              </a:r>
              <a:endParaRPr lang="en-US" dirty="0"/>
            </a:p>
          </p:txBody>
        </p:sp>
      </p:grpSp>
      <p:sp>
        <p:nvSpPr>
          <p:cNvPr id="10" name="TextBox 9">
            <a:extLst>
              <a:ext uri="{FF2B5EF4-FFF2-40B4-BE49-F238E27FC236}">
                <a16:creationId xmlns:a16="http://schemas.microsoft.com/office/drawing/2014/main" id="{5226CA25-A6C6-E276-4B02-9AEBE0416AEB}"/>
              </a:ext>
            </a:extLst>
          </p:cNvPr>
          <p:cNvSpPr txBox="1"/>
          <p:nvPr/>
        </p:nvSpPr>
        <p:spPr>
          <a:xfrm>
            <a:off x="143766" y="3156052"/>
            <a:ext cx="5534363" cy="1046440"/>
          </a:xfrm>
          <a:prstGeom prst="rect">
            <a:avLst/>
          </a:prstGeom>
          <a:noFill/>
        </p:spPr>
        <p:txBody>
          <a:bodyPr wrap="square">
            <a:spAutoFit/>
          </a:bodyPr>
          <a:lstStyle/>
          <a:p>
            <a:r>
              <a:rPr lang="en" sz="1200" b="1" i="1" dirty="0">
                <a:solidFill>
                  <a:schemeClr val="dk2"/>
                </a:solidFill>
                <a:latin typeface="Montserrat"/>
              </a:rPr>
              <a:t>* Notes about typing these values:</a:t>
            </a:r>
          </a:p>
          <a:p>
            <a:pPr marL="457200" indent="-285750">
              <a:buFont typeface="Arial" panose="020B0604020202020204" pitchFamily="34" charset="0"/>
              <a:buChar char="•"/>
            </a:pPr>
            <a:r>
              <a:rPr lang="en-US" sz="1200" dirty="0">
                <a:solidFill>
                  <a:schemeClr val="dk2"/>
                </a:solidFill>
                <a:latin typeface="Montserrat"/>
                <a:sym typeface="Montserrat"/>
              </a:rPr>
              <a:t>Each character you type will reduce the number of suggestions shown in the dropdown list.</a:t>
            </a:r>
          </a:p>
          <a:p>
            <a:pPr marL="457200" indent="-285750">
              <a:buFont typeface="Arial" panose="020B0604020202020204" pitchFamily="34" charset="0"/>
              <a:buChar char="•"/>
            </a:pPr>
            <a:r>
              <a:rPr lang="en-US" sz="1200" dirty="0">
                <a:solidFill>
                  <a:schemeClr val="dk2"/>
                </a:solidFill>
                <a:latin typeface="Montserrat"/>
                <a:sym typeface="Montserrat"/>
              </a:rPr>
              <a:t>If you type the whole value, it must match the intended value as shown in the dropdown list.</a:t>
            </a:r>
          </a:p>
        </p:txBody>
      </p:sp>
    </p:spTree>
    <p:extLst>
      <p:ext uri="{BB962C8B-B14F-4D97-AF65-F5344CB8AC3E}">
        <p14:creationId xmlns:p14="http://schemas.microsoft.com/office/powerpoint/2010/main" val="3641218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5DA8CAF3-0DEA-D790-2DA6-5B4FB2D6176B}"/>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00E024A2-F98F-B5F2-3706-B7E8E0205116}"/>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Classes – Student Names</a:t>
            </a:r>
          </a:p>
        </p:txBody>
      </p:sp>
      <p:pic>
        <p:nvPicPr>
          <p:cNvPr id="17" name="Picture 16">
            <a:extLst>
              <a:ext uri="{FF2B5EF4-FFF2-40B4-BE49-F238E27FC236}">
                <a16:creationId xmlns:a16="http://schemas.microsoft.com/office/drawing/2014/main" id="{2EF6EA5D-27EF-41A6-01E7-00090CDC958D}"/>
              </a:ext>
            </a:extLst>
          </p:cNvPr>
          <p:cNvPicPr>
            <a:picLocks noChangeAspect="1"/>
          </p:cNvPicPr>
          <p:nvPr/>
        </p:nvPicPr>
        <p:blipFill>
          <a:blip r:embed="rId3"/>
          <a:srcRect/>
          <a:stretch/>
        </p:blipFill>
        <p:spPr>
          <a:xfrm>
            <a:off x="7262188" y="335371"/>
            <a:ext cx="1881811" cy="2677786"/>
          </a:xfrm>
          <a:prstGeom prst="rect">
            <a:avLst/>
          </a:prstGeom>
        </p:spPr>
      </p:pic>
      <p:sp>
        <p:nvSpPr>
          <p:cNvPr id="5" name="Google Shape;541;p64">
            <a:extLst>
              <a:ext uri="{FF2B5EF4-FFF2-40B4-BE49-F238E27FC236}">
                <a16:creationId xmlns:a16="http://schemas.microsoft.com/office/drawing/2014/main" id="{7BC01FF9-E98A-AE6F-1CAE-E73E582DDD2F}"/>
              </a:ext>
            </a:extLst>
          </p:cNvPr>
          <p:cNvSpPr txBox="1">
            <a:spLocks/>
          </p:cNvSpPr>
          <p:nvPr/>
        </p:nvSpPr>
        <p:spPr>
          <a:xfrm>
            <a:off x="143765" y="896764"/>
            <a:ext cx="7323461" cy="39113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l">
              <a:tabLst>
                <a:tab pos="1541463" algn="l"/>
              </a:tabLst>
            </a:pPr>
            <a:r>
              <a:rPr lang="en" sz="1200" b="1" dirty="0"/>
              <a:t>#:	</a:t>
            </a:r>
            <a:r>
              <a:rPr lang="en" sz="1200" dirty="0"/>
              <a:t>Simply an index number. For the most part, you don’t need to worry</a:t>
            </a:r>
          </a:p>
          <a:p>
            <a:pPr marL="0" indent="0" algn="l">
              <a:tabLst>
                <a:tab pos="1541463" algn="l"/>
              </a:tabLst>
            </a:pPr>
            <a:r>
              <a:rPr lang="en" sz="1200" dirty="0"/>
              <a:t>	about these. The only thing to keep in mind is that there cannot be</a:t>
            </a:r>
          </a:p>
          <a:p>
            <a:pPr marL="0" indent="0" algn="l">
              <a:tabLst>
                <a:tab pos="1541463" algn="l"/>
              </a:tabLst>
            </a:pPr>
            <a:r>
              <a:rPr lang="en" sz="1200" dirty="0"/>
              <a:t>	any blank lines </a:t>
            </a:r>
            <a:r>
              <a:rPr lang="en" sz="1200" b="1" i="1" dirty="0"/>
              <a:t>before</a:t>
            </a:r>
            <a:r>
              <a:rPr lang="en" sz="1200" dirty="0"/>
              <a:t> the final student’s record when you want to</a:t>
            </a:r>
          </a:p>
          <a:p>
            <a:pPr marL="0" indent="0" algn="l">
              <a:spcAft>
                <a:spcPts val="600"/>
              </a:spcAft>
              <a:tabLst>
                <a:tab pos="1541463" algn="l"/>
              </a:tabLst>
            </a:pPr>
            <a:r>
              <a:rPr lang="en" sz="1200" dirty="0"/>
              <a:t>	generate reports and/or certificates. </a:t>
            </a:r>
          </a:p>
          <a:p>
            <a:pPr marL="0" indent="0" algn="l">
              <a:tabLst>
                <a:tab pos="1541463" algn="l"/>
              </a:tabLst>
            </a:pPr>
            <a:r>
              <a:rPr lang="en" sz="1200" b="1" dirty="0"/>
              <a:t>English Name:	</a:t>
            </a:r>
            <a:r>
              <a:rPr lang="en" sz="1200" dirty="0"/>
              <a:t>Mostly self-explanatory. If a student doesn’t have one, simply use the</a:t>
            </a:r>
          </a:p>
          <a:p>
            <a:pPr marL="0" indent="0" algn="l">
              <a:tabLst>
                <a:tab pos="1541463" algn="l"/>
              </a:tabLst>
            </a:pPr>
            <a:r>
              <a:rPr lang="en" sz="1200" dirty="0"/>
              <a:t>	romanized version of their Korean name. While unlikely you will</a:t>
            </a:r>
          </a:p>
          <a:p>
            <a:pPr marL="0" indent="0" algn="l">
              <a:tabLst>
                <a:tab pos="1541463" algn="l"/>
              </a:tabLst>
            </a:pPr>
            <a:r>
              <a:rPr lang="en" sz="1200" dirty="0"/>
              <a:t>	encounter this, it is recommended to enter an English name with less</a:t>
            </a:r>
          </a:p>
          <a:p>
            <a:pPr marL="0" indent="0" algn="l">
              <a:spcAft>
                <a:spcPts val="600"/>
              </a:spcAft>
              <a:tabLst>
                <a:tab pos="1541463" algn="l"/>
              </a:tabLst>
            </a:pPr>
            <a:r>
              <a:rPr lang="en" sz="1200" dirty="0"/>
              <a:t>	than 40 characters (letters, spaces, and punctuation).</a:t>
            </a:r>
          </a:p>
          <a:p>
            <a:pPr marL="0" indent="0" algn="l">
              <a:tabLst>
                <a:tab pos="1541463" algn="l"/>
              </a:tabLst>
            </a:pPr>
            <a:r>
              <a:rPr lang="en" sz="1200" dirty="0"/>
              <a:t>	The code is designed to catch and correct common mistakes. If	there</a:t>
            </a:r>
          </a:p>
          <a:p>
            <a:pPr marL="0" indent="0" algn="l">
              <a:tabLst>
                <a:tab pos="1541463" algn="l"/>
              </a:tabLst>
            </a:pPr>
            <a:r>
              <a:rPr lang="en" sz="1200" dirty="0"/>
              <a:t>	is a name you cannot enter correctly, please pass it along, and I will try</a:t>
            </a:r>
          </a:p>
          <a:p>
            <a:pPr marL="0" indent="0" algn="l">
              <a:spcAft>
                <a:spcPts val="600"/>
              </a:spcAft>
              <a:tabLst>
                <a:tab pos="1541463" algn="l"/>
              </a:tabLst>
            </a:pPr>
            <a:r>
              <a:rPr lang="en" sz="1200" dirty="0"/>
              <a:t>	to add a rule. (E.g., Allowing ‘Y.G.’ instead of ‘Y.g.’, which is planned.)</a:t>
            </a:r>
          </a:p>
          <a:p>
            <a:pPr marL="0" indent="0" algn="l">
              <a:tabLst>
                <a:tab pos="1541463" algn="l"/>
              </a:tabLst>
            </a:pPr>
            <a:r>
              <a:rPr lang="en" sz="1200" b="1" dirty="0"/>
              <a:t>Korean Name:	</a:t>
            </a:r>
            <a:r>
              <a:rPr lang="en" sz="1200" dirty="0"/>
              <a:t>Please enter their names in Korean; if you cannot type in Korean, see</a:t>
            </a:r>
          </a:p>
          <a:p>
            <a:pPr marL="0" indent="0" algn="l">
              <a:spcAft>
                <a:spcPts val="300"/>
              </a:spcAft>
              <a:tabLst>
                <a:tab pos="1541463" algn="l"/>
              </a:tabLst>
            </a:pPr>
            <a:r>
              <a:rPr lang="en" sz="1200" dirty="0"/>
              <a:t>	section 6 (Action Buttons).</a:t>
            </a:r>
          </a:p>
          <a:p>
            <a:pPr marL="0" indent="0" algn="l">
              <a:tabLst>
                <a:tab pos="1541463" algn="l"/>
              </a:tabLst>
            </a:pPr>
            <a:r>
              <a:rPr lang="en" sz="1200" b="1" dirty="0"/>
              <a:t>	</a:t>
            </a:r>
            <a:r>
              <a:rPr lang="en" sz="1200" dirty="0"/>
              <a:t>If you enter a </a:t>
            </a:r>
            <a:r>
              <a:rPr lang="en" sz="1200" b="1" i="1" dirty="0"/>
              <a:t>two</a:t>
            </a:r>
            <a:r>
              <a:rPr lang="en" sz="1200" dirty="0"/>
              <a:t>- or </a:t>
            </a:r>
            <a:r>
              <a:rPr lang="en" sz="1200" b="1" i="1" dirty="0"/>
              <a:t>four</a:t>
            </a:r>
            <a:r>
              <a:rPr lang="en" sz="1200" dirty="0"/>
              <a:t>-syllable name, the cell will be shaded yellow.</a:t>
            </a:r>
          </a:p>
          <a:p>
            <a:pPr marL="0" indent="0" algn="l">
              <a:tabLst>
                <a:tab pos="1541463" algn="l"/>
              </a:tabLst>
            </a:pPr>
            <a:r>
              <a:rPr lang="en" sz="1200" dirty="0"/>
              <a:t>	Check that you have entered the student’s name correctly; while names</a:t>
            </a:r>
          </a:p>
          <a:p>
            <a:pPr marL="0" indent="0" algn="l">
              <a:spcAft>
                <a:spcPts val="300"/>
              </a:spcAft>
              <a:tabLst>
                <a:tab pos="1541463" algn="l"/>
              </a:tabLst>
            </a:pPr>
            <a:r>
              <a:rPr lang="en" sz="1200" dirty="0"/>
              <a:t>	of these lengths exist, they are fair uncommon.</a:t>
            </a:r>
          </a:p>
          <a:p>
            <a:pPr marL="0" indent="0" algn="l">
              <a:tabLst>
                <a:tab pos="1541463" algn="l"/>
              </a:tabLst>
            </a:pPr>
            <a:r>
              <a:rPr lang="en" sz="1200" b="1" dirty="0"/>
              <a:t>	</a:t>
            </a:r>
            <a:r>
              <a:rPr lang="en" sz="1200" dirty="0"/>
              <a:t>If you enter a </a:t>
            </a:r>
            <a:r>
              <a:rPr lang="en" sz="1200" b="1" i="1" dirty="0"/>
              <a:t>one</a:t>
            </a:r>
            <a:r>
              <a:rPr lang="en" sz="1200" dirty="0"/>
              <a:t>-syllable name or one that is </a:t>
            </a:r>
            <a:r>
              <a:rPr lang="en" sz="1200" b="1" i="1" dirty="0"/>
              <a:t>five or more</a:t>
            </a:r>
            <a:r>
              <a:rPr lang="en" sz="1200" dirty="0"/>
              <a:t> syllables in</a:t>
            </a:r>
          </a:p>
          <a:p>
            <a:pPr marL="0" indent="0" algn="l">
              <a:tabLst>
                <a:tab pos="1541463" algn="l"/>
              </a:tabLst>
            </a:pPr>
            <a:r>
              <a:rPr lang="en" sz="1200" dirty="0"/>
              <a:t>	length, the cell will be shaded red. Please ensure you have typed their</a:t>
            </a:r>
          </a:p>
          <a:p>
            <a:pPr marL="0" indent="0" algn="l">
              <a:spcAft>
                <a:spcPts val="600"/>
              </a:spcAft>
              <a:tabLst>
                <a:tab pos="1541463" algn="l"/>
              </a:tabLst>
            </a:pPr>
            <a:r>
              <a:rPr lang="en" sz="1200" dirty="0"/>
              <a:t>	name correctly and in Korean.</a:t>
            </a:r>
            <a:endParaRPr lang="en" sz="1200" b="1" dirty="0"/>
          </a:p>
        </p:txBody>
      </p:sp>
      <p:pic>
        <p:nvPicPr>
          <p:cNvPr id="6" name="Picture 5">
            <a:extLst>
              <a:ext uri="{FF2B5EF4-FFF2-40B4-BE49-F238E27FC236}">
                <a16:creationId xmlns:a16="http://schemas.microsoft.com/office/drawing/2014/main" id="{FAB35FC8-18A1-63AC-D503-8B36D0E0933A}"/>
              </a:ext>
            </a:extLst>
          </p:cNvPr>
          <p:cNvPicPr>
            <a:picLocks noChangeAspect="1"/>
          </p:cNvPicPr>
          <p:nvPr/>
        </p:nvPicPr>
        <p:blipFill>
          <a:blip r:embed="rId4"/>
          <a:stretch>
            <a:fillRect/>
          </a:stretch>
        </p:blipFill>
        <p:spPr>
          <a:xfrm>
            <a:off x="7467227" y="3142891"/>
            <a:ext cx="1676773" cy="1607729"/>
          </a:xfrm>
          <a:prstGeom prst="rect">
            <a:avLst/>
          </a:prstGeom>
        </p:spPr>
      </p:pic>
    </p:spTree>
    <p:extLst>
      <p:ext uri="{BB962C8B-B14F-4D97-AF65-F5344CB8AC3E}">
        <p14:creationId xmlns:p14="http://schemas.microsoft.com/office/powerpoint/2010/main" val="3140545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1FC2E523-8FAA-D908-C699-3AD4DBB89B1B}"/>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EFA58FE2-8B53-B4CF-EB9E-E26EB7EC147C}"/>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Classes – Grades</a:t>
            </a:r>
          </a:p>
        </p:txBody>
      </p:sp>
      <p:sp>
        <p:nvSpPr>
          <p:cNvPr id="5" name="Google Shape;541;p64">
            <a:extLst>
              <a:ext uri="{FF2B5EF4-FFF2-40B4-BE49-F238E27FC236}">
                <a16:creationId xmlns:a16="http://schemas.microsoft.com/office/drawing/2014/main" id="{F5DCC67F-0794-B8FC-B072-CD9E8203287A}"/>
              </a:ext>
            </a:extLst>
          </p:cNvPr>
          <p:cNvSpPr txBox="1">
            <a:spLocks/>
          </p:cNvSpPr>
          <p:nvPr/>
        </p:nvSpPr>
        <p:spPr>
          <a:xfrm>
            <a:off x="143767" y="896764"/>
            <a:ext cx="4615940" cy="36383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l">
              <a:spcAft>
                <a:spcPts val="600"/>
              </a:spcAft>
            </a:pPr>
            <a:r>
              <a:rPr lang="en" sz="1200" dirty="0"/>
              <a:t>This is one of the easiest sections.</a:t>
            </a:r>
          </a:p>
          <a:p>
            <a:pPr marL="0" indent="0" algn="l">
              <a:spcAft>
                <a:spcPts val="600"/>
              </a:spcAft>
              <a:tabLst>
                <a:tab pos="1371600" algn="l"/>
              </a:tabLst>
            </a:pPr>
            <a:r>
              <a:rPr lang="en" sz="1200" b="1" dirty="0"/>
              <a:t>Valid Grades:</a:t>
            </a:r>
            <a:r>
              <a:rPr lang="en" sz="1200" dirty="0"/>
              <a:t>	C  / B  / B+ / A  / A+  </a:t>
            </a:r>
            <a:r>
              <a:rPr lang="en" sz="1200" b="1" i="1" dirty="0"/>
              <a:t>or  </a:t>
            </a:r>
            <a:r>
              <a:rPr lang="en" sz="1200" dirty="0"/>
              <a:t>1  /  2  /  3  /  4 /  5</a:t>
            </a:r>
          </a:p>
          <a:p>
            <a:pPr marL="0" indent="0" algn="l">
              <a:spcAft>
                <a:spcPts val="600"/>
              </a:spcAft>
              <a:tabLst>
                <a:tab pos="2403475" algn="l"/>
              </a:tabLst>
            </a:pPr>
            <a:r>
              <a:rPr lang="en" sz="1200" dirty="0"/>
              <a:t>	C = 1  to  A+ = 5</a:t>
            </a:r>
          </a:p>
          <a:p>
            <a:pPr marL="0" indent="0" algn="l">
              <a:tabLst>
                <a:tab pos="1371600" algn="l"/>
              </a:tabLst>
            </a:pPr>
            <a:r>
              <a:rPr lang="en" sz="1200" b="1" dirty="0"/>
              <a:t>Typos:</a:t>
            </a:r>
            <a:r>
              <a:rPr lang="en" sz="1200" dirty="0"/>
              <a:t>	Most common typos will trapped and</a:t>
            </a:r>
          </a:p>
          <a:p>
            <a:pPr marL="0" indent="0" algn="l">
              <a:tabLst>
                <a:tab pos="1371600" algn="l"/>
              </a:tabLst>
            </a:pPr>
            <a:r>
              <a:rPr lang="en" sz="1200" dirty="0"/>
              <a:t>	corrected to your intended score.</a:t>
            </a:r>
          </a:p>
          <a:p>
            <a:pPr marL="0" indent="0" algn="l">
              <a:tabLst>
                <a:tab pos="1371600" algn="l"/>
              </a:tabLst>
            </a:pPr>
            <a:r>
              <a:rPr lang="en" sz="1200" b="1" dirty="0"/>
              <a:t>	</a:t>
            </a:r>
            <a:r>
              <a:rPr lang="en" sz="1200" dirty="0"/>
              <a:t>If a correction isn’t possible, a message</a:t>
            </a:r>
          </a:p>
          <a:p>
            <a:pPr marL="0" indent="0" algn="l">
              <a:tabLst>
                <a:tab pos="1371600" algn="l"/>
              </a:tabLst>
            </a:pPr>
            <a:r>
              <a:rPr lang="en" sz="1200" dirty="0"/>
              <a:t>	will pop up to inform you, and the</a:t>
            </a:r>
          </a:p>
          <a:p>
            <a:pPr marL="0" indent="0" algn="l">
              <a:spcAft>
                <a:spcPts val="600"/>
              </a:spcAft>
              <a:tabLst>
                <a:tab pos="1371600" algn="l"/>
              </a:tabLst>
            </a:pPr>
            <a:r>
              <a:rPr lang="en" sz="1200" dirty="0"/>
              <a:t>	invalid score will be erased.</a:t>
            </a:r>
          </a:p>
          <a:p>
            <a:pPr marL="0" indent="0" algn="l">
              <a:tabLst>
                <a:tab pos="1371600" algn="l"/>
              </a:tabLst>
            </a:pPr>
            <a:r>
              <a:rPr lang="en" sz="1200" b="1" dirty="0"/>
              <a:t>Normalizing:</a:t>
            </a:r>
            <a:r>
              <a:rPr lang="en" sz="1200" dirty="0"/>
              <a:t>	There’s no issue with both letter and</a:t>
            </a:r>
          </a:p>
          <a:p>
            <a:pPr marL="0" indent="0" algn="l">
              <a:tabLst>
                <a:tab pos="1371600" algn="l"/>
              </a:tabLst>
            </a:pPr>
            <a:r>
              <a:rPr lang="en" sz="1200" dirty="0"/>
              <a:t>	numeric grades being present. They</a:t>
            </a:r>
          </a:p>
          <a:p>
            <a:pPr marL="0" indent="0" algn="l">
              <a:tabLst>
                <a:tab pos="1371600" algn="l"/>
              </a:tabLst>
            </a:pPr>
            <a:r>
              <a:rPr lang="en" sz="1200" dirty="0"/>
              <a:t>	will all be normalized to letter grades</a:t>
            </a:r>
          </a:p>
          <a:p>
            <a:pPr marL="0" indent="0" algn="l">
              <a:spcAft>
                <a:spcPts val="600"/>
              </a:spcAft>
              <a:tabLst>
                <a:tab pos="1371600" algn="l"/>
              </a:tabLst>
            </a:pPr>
            <a:r>
              <a:rPr lang="en" sz="1200" dirty="0"/>
              <a:t>	when you either…</a:t>
            </a:r>
          </a:p>
          <a:p>
            <a:pPr marL="1543050" lvl="3" indent="-171450" algn="l">
              <a:lnSpc>
                <a:spcPct val="100000"/>
              </a:lnSpc>
              <a:spcAft>
                <a:spcPts val="600"/>
              </a:spcAft>
              <a:buFont typeface="Arial" panose="020B0604020202020204" pitchFamily="34" charset="0"/>
              <a:buChar char="•"/>
              <a:tabLst>
                <a:tab pos="1371600" algn="l"/>
              </a:tabLst>
            </a:pPr>
            <a:r>
              <a:rPr lang="en" sz="1000" dirty="0"/>
              <a:t>Generate reports or certrificates,</a:t>
            </a:r>
          </a:p>
          <a:p>
            <a:pPr marL="1543050" lvl="3" indent="-171450" algn="l">
              <a:lnSpc>
                <a:spcPct val="100000"/>
              </a:lnSpc>
              <a:spcAft>
                <a:spcPts val="600"/>
              </a:spcAft>
              <a:buFont typeface="Arial" panose="020B0604020202020204" pitchFamily="34" charset="0"/>
              <a:buChar char="•"/>
              <a:tabLst>
                <a:tab pos="1371600" algn="l"/>
              </a:tabLst>
            </a:pPr>
            <a:r>
              <a:rPr lang="en" sz="1000" dirty="0"/>
              <a:t>Press the “Repair Layouts” button</a:t>
            </a:r>
          </a:p>
          <a:p>
            <a:pPr marL="1543050" lvl="3" indent="-171450" algn="l">
              <a:lnSpc>
                <a:spcPct val="100000"/>
              </a:lnSpc>
              <a:buFont typeface="Arial" panose="020B0604020202020204" pitchFamily="34" charset="0"/>
              <a:buChar char="•"/>
              <a:tabLst>
                <a:tab pos="1371600" algn="l"/>
              </a:tabLst>
            </a:pPr>
            <a:r>
              <a:rPr lang="en" sz="1000" dirty="0"/>
              <a:t>Re-open the spreadsheet</a:t>
            </a:r>
          </a:p>
        </p:txBody>
      </p:sp>
      <p:pic>
        <p:nvPicPr>
          <p:cNvPr id="4" name="Picture 3">
            <a:extLst>
              <a:ext uri="{FF2B5EF4-FFF2-40B4-BE49-F238E27FC236}">
                <a16:creationId xmlns:a16="http://schemas.microsoft.com/office/drawing/2014/main" id="{39D2E073-8BB3-FB69-1D0E-1AB335F78A90}"/>
              </a:ext>
            </a:extLst>
          </p:cNvPr>
          <p:cNvPicPr>
            <a:picLocks noChangeAspect="1"/>
          </p:cNvPicPr>
          <p:nvPr/>
        </p:nvPicPr>
        <p:blipFill>
          <a:blip r:embed="rId3"/>
          <a:srcRect/>
          <a:stretch/>
        </p:blipFill>
        <p:spPr>
          <a:xfrm>
            <a:off x="4759707" y="346304"/>
            <a:ext cx="4384293" cy="2372006"/>
          </a:xfrm>
          <a:prstGeom prst="rect">
            <a:avLst/>
          </a:prstGeom>
        </p:spPr>
      </p:pic>
    </p:spTree>
    <p:extLst>
      <p:ext uri="{BB962C8B-B14F-4D97-AF65-F5344CB8AC3E}">
        <p14:creationId xmlns:p14="http://schemas.microsoft.com/office/powerpoint/2010/main" val="1259636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AF9CA191-C470-DBB0-85C0-D77A9849346F}"/>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BFFDC2A5-CDCC-C8FE-E896-2962700DDC45}"/>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Classes – Comments &amp; Notes</a:t>
            </a:r>
          </a:p>
        </p:txBody>
      </p:sp>
      <p:sp>
        <p:nvSpPr>
          <p:cNvPr id="5" name="Google Shape;541;p64">
            <a:extLst>
              <a:ext uri="{FF2B5EF4-FFF2-40B4-BE49-F238E27FC236}">
                <a16:creationId xmlns:a16="http://schemas.microsoft.com/office/drawing/2014/main" id="{9A1813C6-8A1A-8DD7-E379-E3E6DA658A7A}"/>
              </a:ext>
            </a:extLst>
          </p:cNvPr>
          <p:cNvSpPr txBox="1">
            <a:spLocks/>
          </p:cNvSpPr>
          <p:nvPr/>
        </p:nvSpPr>
        <p:spPr>
          <a:xfrm>
            <a:off x="143766" y="752168"/>
            <a:ext cx="9000234" cy="27137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l">
              <a:spcAft>
                <a:spcPts val="600"/>
              </a:spcAft>
            </a:pPr>
            <a:r>
              <a:rPr lang="en" sz="1200" dirty="0"/>
              <a:t>Another simple section.</a:t>
            </a:r>
          </a:p>
          <a:p>
            <a:pPr marL="0" indent="0" algn="just">
              <a:tabLst>
                <a:tab pos="1143000" algn="l"/>
              </a:tabLst>
            </a:pPr>
            <a:r>
              <a:rPr lang="en" sz="1200" b="1" dirty="0"/>
              <a:t>Comments:</a:t>
            </a:r>
            <a:r>
              <a:rPr lang="en" sz="1200" dirty="0"/>
              <a:t>	As noted, comments need to follow the </a:t>
            </a:r>
            <a:r>
              <a:rPr lang="en" sz="1200" b="1" i="1" dirty="0"/>
              <a:t>positive-negative-positive format</a:t>
            </a:r>
            <a:r>
              <a:rPr lang="en" sz="1200" dirty="0"/>
              <a:t>. However, when writing</a:t>
            </a:r>
          </a:p>
          <a:p>
            <a:pPr marL="0" indent="0" algn="just">
              <a:tabLst>
                <a:tab pos="1143000" algn="l"/>
              </a:tabLst>
            </a:pPr>
            <a:r>
              <a:rPr lang="en" sz="1200" dirty="0"/>
              <a:t>	comments, the feedback needs to be </a:t>
            </a:r>
            <a:r>
              <a:rPr lang="en" sz="1200" b="1" i="1" dirty="0"/>
              <a:t>written using complete sentences</a:t>
            </a:r>
            <a:r>
              <a:rPr lang="en" sz="1200" dirty="0"/>
              <a:t>. It is common for both the</a:t>
            </a:r>
          </a:p>
          <a:p>
            <a:pPr marL="0" indent="0" algn="just">
              <a:tabLst>
                <a:tab pos="1143000" algn="l"/>
              </a:tabLst>
            </a:pPr>
            <a:r>
              <a:rPr lang="en" sz="1200" dirty="0"/>
              <a:t>	students and their parents to read these (or have it translated by the Korean teachers over the</a:t>
            </a:r>
          </a:p>
          <a:p>
            <a:pPr marL="0" indent="0" algn="just">
              <a:spcAft>
                <a:spcPts val="300"/>
              </a:spcAft>
              <a:tabLst>
                <a:tab pos="1143000" algn="l"/>
              </a:tabLst>
            </a:pPr>
            <a:r>
              <a:rPr lang="en" sz="1200" dirty="0"/>
              <a:t>	phone), so it’s important that proper grammar and writing style are used here.</a:t>
            </a:r>
          </a:p>
          <a:p>
            <a:pPr marL="0" indent="0" algn="just">
              <a:tabLst>
                <a:tab pos="1143000" algn="l"/>
              </a:tabLst>
            </a:pPr>
            <a:r>
              <a:rPr lang="en" sz="1200" dirty="0"/>
              <a:t>	If the comment is </a:t>
            </a:r>
            <a:r>
              <a:rPr lang="en" sz="1200" b="1" i="1" dirty="0"/>
              <a:t>too short</a:t>
            </a:r>
            <a:r>
              <a:rPr lang="en" sz="1200" dirty="0"/>
              <a:t> (less than 80 characters), a message will pop up notifying you of this,</a:t>
            </a:r>
          </a:p>
          <a:p>
            <a:pPr marL="0" indent="0" algn="just">
              <a:tabLst>
                <a:tab pos="1143000" algn="l"/>
              </a:tabLst>
            </a:pPr>
            <a:r>
              <a:rPr lang="en" sz="1200" dirty="0"/>
              <a:t>	and the cell will be shaded yellow. This won’t prevent you from generating the reports, but you</a:t>
            </a:r>
          </a:p>
          <a:p>
            <a:pPr marL="0" indent="0" algn="just">
              <a:spcAft>
                <a:spcPts val="300"/>
              </a:spcAft>
              <a:tabLst>
                <a:tab pos="1143000" algn="l"/>
              </a:tabLst>
            </a:pPr>
            <a:r>
              <a:rPr lang="en" sz="1200" dirty="0"/>
              <a:t>	should try to add some more details to your comment.</a:t>
            </a:r>
          </a:p>
          <a:p>
            <a:pPr marL="0" indent="0" algn="just">
              <a:tabLst>
                <a:tab pos="1143000" algn="l"/>
              </a:tabLst>
            </a:pPr>
            <a:r>
              <a:rPr lang="en" sz="1200" dirty="0"/>
              <a:t>	If the comment is </a:t>
            </a:r>
            <a:r>
              <a:rPr lang="en" sz="1200" b="1" i="1" dirty="0"/>
              <a:t>too long </a:t>
            </a:r>
            <a:r>
              <a:rPr lang="en" sz="1200" dirty="0"/>
              <a:t>(over 960 characters), a message will pop up notifying you of this and</a:t>
            </a:r>
          </a:p>
          <a:p>
            <a:pPr marL="0" indent="0" algn="just">
              <a:tabLst>
                <a:tab pos="1143000" algn="l"/>
              </a:tabLst>
            </a:pPr>
            <a:r>
              <a:rPr lang="en" sz="1200" dirty="0"/>
              <a:t>	an approximate number of characters to trim, and the cell will be shaded red. A comment of this</a:t>
            </a:r>
          </a:p>
          <a:p>
            <a:pPr marL="0" indent="0" algn="just">
              <a:spcAft>
                <a:spcPts val="600"/>
              </a:spcAft>
              <a:tabLst>
                <a:tab pos="1143000" algn="l"/>
              </a:tabLst>
            </a:pPr>
            <a:r>
              <a:rPr lang="en" sz="1200" dirty="0"/>
              <a:t>	length will be hard to properly fit into the comment section of the report template.</a:t>
            </a:r>
          </a:p>
          <a:p>
            <a:pPr marL="0" indent="0" algn="just">
              <a:tabLst>
                <a:tab pos="1143000" algn="l"/>
              </a:tabLst>
            </a:pPr>
            <a:r>
              <a:rPr lang="en" sz="1200" b="1" dirty="0"/>
              <a:t>Notes:</a:t>
            </a:r>
            <a:r>
              <a:rPr lang="en" sz="1200" dirty="0"/>
              <a:t>	Intended to allow note taking during the evaluations for you to refer	to later. This section is purely</a:t>
            </a:r>
          </a:p>
          <a:p>
            <a:pPr marL="0" indent="0" algn="just">
              <a:spcAft>
                <a:spcPts val="600"/>
              </a:spcAft>
              <a:tabLst>
                <a:tab pos="1143000" algn="l"/>
              </a:tabLst>
            </a:pPr>
            <a:r>
              <a:rPr lang="en" sz="1200" dirty="0"/>
              <a:t>	for your use, and anything typed here will be completely ignored when generating files.</a:t>
            </a:r>
            <a:endParaRPr lang="en" sz="1000" dirty="0"/>
          </a:p>
        </p:txBody>
      </p:sp>
      <p:pic>
        <p:nvPicPr>
          <p:cNvPr id="4" name="Picture 3">
            <a:extLst>
              <a:ext uri="{FF2B5EF4-FFF2-40B4-BE49-F238E27FC236}">
                <a16:creationId xmlns:a16="http://schemas.microsoft.com/office/drawing/2014/main" id="{B6F9580C-F512-1974-F12D-64C0F38B0894}"/>
              </a:ext>
            </a:extLst>
          </p:cNvPr>
          <p:cNvPicPr>
            <a:picLocks noChangeAspect="1"/>
          </p:cNvPicPr>
          <p:nvPr/>
        </p:nvPicPr>
        <p:blipFill>
          <a:blip r:embed="rId3"/>
          <a:srcRect/>
          <a:stretch/>
        </p:blipFill>
        <p:spPr>
          <a:xfrm>
            <a:off x="1197398" y="3669629"/>
            <a:ext cx="6749204" cy="1473871"/>
          </a:xfrm>
          <a:prstGeom prst="rect">
            <a:avLst/>
          </a:prstGeom>
        </p:spPr>
      </p:pic>
    </p:spTree>
    <p:extLst>
      <p:ext uri="{BB962C8B-B14F-4D97-AF65-F5344CB8AC3E}">
        <p14:creationId xmlns:p14="http://schemas.microsoft.com/office/powerpoint/2010/main" val="604794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52514A16-032E-CC1B-7A57-84FD1DAA48C9}"/>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305A14E8-0938-3274-B0D9-19760CC4CBCE}"/>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Classes – Class Winners</a:t>
            </a:r>
          </a:p>
        </p:txBody>
      </p:sp>
      <p:sp>
        <p:nvSpPr>
          <p:cNvPr id="5" name="Google Shape;541;p64">
            <a:extLst>
              <a:ext uri="{FF2B5EF4-FFF2-40B4-BE49-F238E27FC236}">
                <a16:creationId xmlns:a16="http://schemas.microsoft.com/office/drawing/2014/main" id="{B411420E-B893-C174-749B-BE0C2B800358}"/>
              </a:ext>
            </a:extLst>
          </p:cNvPr>
          <p:cNvSpPr txBox="1">
            <a:spLocks/>
          </p:cNvSpPr>
          <p:nvPr/>
        </p:nvSpPr>
        <p:spPr>
          <a:xfrm>
            <a:off x="143766" y="752168"/>
            <a:ext cx="5657594" cy="27137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just">
              <a:spcAft>
                <a:spcPts val="600"/>
              </a:spcAft>
            </a:pPr>
            <a:r>
              <a:rPr lang="en" sz="1200" dirty="0"/>
              <a:t>For each student that has both their English and Korean name entered </a:t>
            </a:r>
            <a:r>
              <a:rPr lang="en" sz="1200" i="1" dirty="0"/>
              <a:t>and</a:t>
            </a:r>
            <a:r>
              <a:rPr lang="en" sz="1200" dirty="0"/>
              <a:t> has values for all of their grades entered, their names will be added to the list of names in the dropdown menu.</a:t>
            </a:r>
          </a:p>
          <a:p>
            <a:pPr marL="0" indent="0" algn="just">
              <a:spcAft>
                <a:spcPts val="600"/>
              </a:spcAft>
            </a:pPr>
            <a:r>
              <a:rPr lang="en" sz="1200" dirty="0"/>
              <a:t>To see the menu, click into the name cell for first, second, or third place. You’ll see a down arrow appear on the right of this cell. Click on it to reveal the list of names. You can then manually select who you feel should win each place.</a:t>
            </a:r>
          </a:p>
          <a:p>
            <a:pPr marL="0" indent="0" algn="just">
              <a:spcAft>
                <a:spcPts val="600"/>
              </a:spcAft>
            </a:pPr>
            <a:r>
              <a:rPr lang="en" sz="1200" dirty="0"/>
              <a:t>To make things even simpler, the </a:t>
            </a:r>
            <a:r>
              <a:rPr lang="en" sz="1200" b="1" i="1" dirty="0"/>
              <a:t>Auto-Select Winners</a:t>
            </a:r>
            <a:r>
              <a:rPr lang="en" sz="1200" dirty="0"/>
              <a:t> button will be covered in an upcoming slide. However, even if you use said button, you can still manually change who wins each place.</a:t>
            </a:r>
          </a:p>
          <a:p>
            <a:pPr marL="0" indent="0" algn="just">
              <a:spcAft>
                <a:spcPts val="600"/>
              </a:spcAft>
            </a:pPr>
            <a:r>
              <a:rPr lang="en" sz="1200" dirty="0"/>
              <a:t>After each placement is selected, their respective names will be shaded </a:t>
            </a:r>
            <a:r>
              <a:rPr lang="en" sz="1200" b="1" i="1" dirty="0"/>
              <a:t>gold</a:t>
            </a:r>
            <a:r>
              <a:rPr lang="en" sz="1200" dirty="0"/>
              <a:t>, </a:t>
            </a:r>
            <a:r>
              <a:rPr lang="en" sz="1200" b="1" i="1" dirty="0"/>
              <a:t>silver</a:t>
            </a:r>
            <a:r>
              <a:rPr lang="en" sz="1200" dirty="0"/>
              <a:t>, or </a:t>
            </a:r>
            <a:r>
              <a:rPr lang="en" sz="1200" b="1" i="1" dirty="0"/>
              <a:t>bronze</a:t>
            </a:r>
            <a:r>
              <a:rPr lang="en" sz="1200" dirty="0"/>
              <a:t>.</a:t>
            </a:r>
          </a:p>
        </p:txBody>
      </p:sp>
      <p:pic>
        <p:nvPicPr>
          <p:cNvPr id="6" name="Picture 5">
            <a:extLst>
              <a:ext uri="{FF2B5EF4-FFF2-40B4-BE49-F238E27FC236}">
                <a16:creationId xmlns:a16="http://schemas.microsoft.com/office/drawing/2014/main" id="{4D24A668-5ABE-A1C3-2285-65AF8D12C465}"/>
              </a:ext>
            </a:extLst>
          </p:cNvPr>
          <p:cNvPicPr>
            <a:picLocks noChangeAspect="1"/>
          </p:cNvPicPr>
          <p:nvPr/>
        </p:nvPicPr>
        <p:blipFill>
          <a:blip r:embed="rId3"/>
          <a:stretch>
            <a:fillRect/>
          </a:stretch>
        </p:blipFill>
        <p:spPr>
          <a:xfrm>
            <a:off x="5762153" y="818536"/>
            <a:ext cx="3381847" cy="1457528"/>
          </a:xfrm>
          <a:prstGeom prst="rect">
            <a:avLst/>
          </a:prstGeom>
        </p:spPr>
      </p:pic>
      <p:pic>
        <p:nvPicPr>
          <p:cNvPr id="8" name="Picture 7">
            <a:extLst>
              <a:ext uri="{FF2B5EF4-FFF2-40B4-BE49-F238E27FC236}">
                <a16:creationId xmlns:a16="http://schemas.microsoft.com/office/drawing/2014/main" id="{47B40600-4E0E-5C5B-94C0-3FE8A8093238}"/>
              </a:ext>
            </a:extLst>
          </p:cNvPr>
          <p:cNvPicPr>
            <a:picLocks noChangeAspect="1"/>
          </p:cNvPicPr>
          <p:nvPr/>
        </p:nvPicPr>
        <p:blipFill>
          <a:blip r:embed="rId4"/>
          <a:stretch>
            <a:fillRect/>
          </a:stretch>
        </p:blipFill>
        <p:spPr>
          <a:xfrm>
            <a:off x="6896816" y="2734658"/>
            <a:ext cx="1112520" cy="1462426"/>
          </a:xfrm>
          <a:prstGeom prst="rect">
            <a:avLst/>
          </a:prstGeom>
        </p:spPr>
      </p:pic>
      <p:sp>
        <p:nvSpPr>
          <p:cNvPr id="11" name="Arrow: Down 10">
            <a:extLst>
              <a:ext uri="{FF2B5EF4-FFF2-40B4-BE49-F238E27FC236}">
                <a16:creationId xmlns:a16="http://schemas.microsoft.com/office/drawing/2014/main" id="{DFD864F9-9728-CC77-A53C-1F78D040B251}"/>
              </a:ext>
            </a:extLst>
          </p:cNvPr>
          <p:cNvSpPr/>
          <p:nvPr/>
        </p:nvSpPr>
        <p:spPr>
          <a:xfrm>
            <a:off x="7250285" y="2203759"/>
            <a:ext cx="405581" cy="6636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4617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9A52CB21-63BA-27CD-51B8-CB1DEC584B6D}"/>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0A1BA437-9248-C393-56A0-DBA73505221B}"/>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Classes – Action Buttons</a:t>
            </a:r>
          </a:p>
        </p:txBody>
      </p:sp>
      <p:sp>
        <p:nvSpPr>
          <p:cNvPr id="5" name="Google Shape;541;p64">
            <a:extLst>
              <a:ext uri="{FF2B5EF4-FFF2-40B4-BE49-F238E27FC236}">
                <a16:creationId xmlns:a16="http://schemas.microsoft.com/office/drawing/2014/main" id="{D765A5DB-DEEC-55AD-9E0C-95F476B73500}"/>
              </a:ext>
            </a:extLst>
          </p:cNvPr>
          <p:cNvSpPr txBox="1">
            <a:spLocks/>
          </p:cNvSpPr>
          <p:nvPr/>
        </p:nvSpPr>
        <p:spPr>
          <a:xfrm>
            <a:off x="143765" y="1510005"/>
            <a:ext cx="8747095" cy="25970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l">
              <a:tabLst>
                <a:tab pos="1601788" algn="l"/>
              </a:tabLst>
            </a:pPr>
            <a:r>
              <a:rPr lang="en" sz="1200" b="1" dirty="0"/>
              <a:t>Generate Proofs:	</a:t>
            </a:r>
            <a:r>
              <a:rPr lang="en" sz="1200" dirty="0"/>
              <a:t>This button will create .pptx versions of the reports. Excel doesn’t have a spell- or grammar-</a:t>
            </a:r>
          </a:p>
          <a:p>
            <a:pPr marL="0" indent="0" algn="l">
              <a:tabLst>
                <a:tab pos="1601788" algn="l"/>
              </a:tabLst>
            </a:pPr>
            <a:r>
              <a:rPr lang="en" sz="1200" dirty="0"/>
              <a:t>	check feature, so after you have entered all the information for	each student and written</a:t>
            </a:r>
          </a:p>
          <a:p>
            <a:pPr marL="0" indent="0" algn="l">
              <a:tabLst>
                <a:tab pos="1601788" algn="l"/>
              </a:tabLst>
            </a:pPr>
            <a:r>
              <a:rPr lang="en" sz="1200" dirty="0"/>
              <a:t>	their comments. You can then open the generated .pptx files in PowerPoint to check for</a:t>
            </a:r>
          </a:p>
          <a:p>
            <a:pPr marL="0" indent="0" algn="l">
              <a:tabLst>
                <a:tab pos="1601788" algn="l"/>
              </a:tabLst>
            </a:pPr>
            <a:r>
              <a:rPr lang="en" sz="1200" dirty="0"/>
              <a:t>	mistakes and fix them in on the spreadsheet. As a note, it might take about 30 seconds for</a:t>
            </a:r>
          </a:p>
          <a:p>
            <a:pPr marL="0" indent="0" algn="l">
              <a:tabLst>
                <a:tab pos="1601788" algn="l"/>
              </a:tabLst>
            </a:pPr>
            <a:r>
              <a:rPr lang="en" sz="1200" dirty="0"/>
              <a:t>	PowerPoint to full load the spell- and grammar-check features, so you may need to wait a</a:t>
            </a:r>
          </a:p>
          <a:p>
            <a:pPr marL="0" indent="0" algn="l">
              <a:spcAft>
                <a:spcPts val="600"/>
              </a:spcAft>
              <a:tabLst>
                <a:tab pos="1601788" algn="l"/>
              </a:tabLst>
            </a:pPr>
            <a:r>
              <a:rPr lang="en" sz="1200" dirty="0"/>
              <a:t>	few seconds for the blue and red underlines to appear.</a:t>
            </a:r>
          </a:p>
          <a:p>
            <a:pPr marL="0" indent="0" algn="l">
              <a:tabLst>
                <a:tab pos="1601788" algn="l"/>
              </a:tabLst>
            </a:pPr>
            <a:r>
              <a:rPr lang="en" sz="1200" b="1" dirty="0"/>
              <a:t>Generate Reports:	</a:t>
            </a:r>
            <a:r>
              <a:rPr lang="en" sz="1200" dirty="0"/>
              <a:t>This button will create .pdf copies of each report. After they are generated, they will auto-</a:t>
            </a:r>
          </a:p>
          <a:p>
            <a:pPr marL="0" indent="0" algn="l">
              <a:tabLst>
                <a:tab pos="1601788" algn="l"/>
              </a:tabLst>
            </a:pPr>
            <a:r>
              <a:rPr lang="en" sz="1200" dirty="0"/>
              <a:t>	matically be added to a .zip file. This way, you can send a single file (per class) to each of</a:t>
            </a:r>
          </a:p>
          <a:p>
            <a:pPr marL="0" indent="0" algn="l">
              <a:spcAft>
                <a:spcPts val="600"/>
              </a:spcAft>
              <a:tabLst>
                <a:tab pos="1601788" algn="l"/>
              </a:tabLst>
            </a:pPr>
            <a:r>
              <a:rPr lang="en" sz="1200" dirty="0"/>
              <a:t>	your KTs.</a:t>
            </a:r>
          </a:p>
          <a:p>
            <a:pPr marL="0" indent="0" algn="l">
              <a:tabLst>
                <a:tab pos="1943100" algn="l"/>
              </a:tabLst>
            </a:pPr>
            <a:r>
              <a:rPr lang="en" sz="1200" b="1" dirty="0"/>
              <a:t>Generate Certificates:	</a:t>
            </a:r>
            <a:r>
              <a:rPr lang="en" sz="1200" dirty="0"/>
              <a:t>This will generate winner certificates for the top three students. If you have not already</a:t>
            </a:r>
          </a:p>
          <a:p>
            <a:pPr marL="0" indent="0" algn="l">
              <a:tabLst>
                <a:tab pos="1943100" algn="l"/>
              </a:tabLst>
            </a:pPr>
            <a:r>
              <a:rPr lang="en" sz="1200" dirty="0"/>
              <a:t>	chosen winners, or the code suspects your winner selections may be incomplete, a</a:t>
            </a:r>
          </a:p>
          <a:p>
            <a:pPr marL="0" indent="0" algn="l">
              <a:spcAft>
                <a:spcPts val="600"/>
              </a:spcAft>
              <a:tabLst>
                <a:tab pos="1943100" algn="l"/>
              </a:tabLst>
            </a:pPr>
            <a:r>
              <a:rPr lang="en" sz="1200" dirty="0"/>
              <a:t>	message will appear asking if you wish to automatically select winners now.</a:t>
            </a:r>
          </a:p>
          <a:p>
            <a:pPr marL="0" indent="0" algn="l">
              <a:spcAft>
                <a:spcPts val="600"/>
              </a:spcAft>
              <a:tabLst>
                <a:tab pos="1943100" algn="l"/>
              </a:tabLst>
            </a:pPr>
            <a:r>
              <a:rPr lang="en" sz="1200" b="1" dirty="0"/>
              <a:t>	</a:t>
            </a:r>
          </a:p>
        </p:txBody>
      </p:sp>
      <p:pic>
        <p:nvPicPr>
          <p:cNvPr id="3" name="Picture 2">
            <a:extLst>
              <a:ext uri="{FF2B5EF4-FFF2-40B4-BE49-F238E27FC236}">
                <a16:creationId xmlns:a16="http://schemas.microsoft.com/office/drawing/2014/main" id="{0D171945-D00F-1F35-5989-CCD2C67E03F9}"/>
              </a:ext>
            </a:extLst>
          </p:cNvPr>
          <p:cNvPicPr>
            <a:picLocks noChangeAspect="1"/>
          </p:cNvPicPr>
          <p:nvPr/>
        </p:nvPicPr>
        <p:blipFill>
          <a:blip r:embed="rId3">
            <a:clrChange>
              <a:clrFrom>
                <a:srgbClr val="FFFFFF"/>
              </a:clrFrom>
              <a:clrTo>
                <a:srgbClr val="FFFFFF">
                  <a:alpha val="0"/>
                </a:srgbClr>
              </a:clrTo>
            </a:clrChange>
          </a:blip>
          <a:srcRect/>
          <a:stretch/>
        </p:blipFill>
        <p:spPr>
          <a:xfrm>
            <a:off x="5762153" y="283522"/>
            <a:ext cx="3381847" cy="1226483"/>
          </a:xfrm>
          <a:prstGeom prst="rect">
            <a:avLst/>
          </a:prstGeom>
        </p:spPr>
      </p:pic>
      <p:sp>
        <p:nvSpPr>
          <p:cNvPr id="4" name="TextBox 3">
            <a:extLst>
              <a:ext uri="{FF2B5EF4-FFF2-40B4-BE49-F238E27FC236}">
                <a16:creationId xmlns:a16="http://schemas.microsoft.com/office/drawing/2014/main" id="{9939BC94-B6E9-9EAA-C747-881F9B462EBE}"/>
              </a:ext>
            </a:extLst>
          </p:cNvPr>
          <p:cNvSpPr txBox="1"/>
          <p:nvPr/>
        </p:nvSpPr>
        <p:spPr>
          <a:xfrm>
            <a:off x="143765" y="4050566"/>
            <a:ext cx="6236371" cy="830997"/>
          </a:xfrm>
          <a:prstGeom prst="rect">
            <a:avLst/>
          </a:prstGeom>
          <a:noFill/>
        </p:spPr>
        <p:txBody>
          <a:bodyPr wrap="square">
            <a:spAutoFit/>
          </a:bodyPr>
          <a:lstStyle/>
          <a:p>
            <a:r>
              <a:rPr lang="en" sz="1200" b="1" i="1" dirty="0">
                <a:solidFill>
                  <a:schemeClr val="dk2"/>
                </a:solidFill>
                <a:latin typeface="Montserrat"/>
              </a:rPr>
              <a:t>Notes:</a:t>
            </a:r>
          </a:p>
          <a:p>
            <a:pPr marL="457200" indent="-285750">
              <a:buFont typeface="Arial" panose="020B0604020202020204" pitchFamily="34" charset="0"/>
              <a:buChar char="•"/>
            </a:pPr>
            <a:r>
              <a:rPr lang="en-US" sz="1200" dirty="0">
                <a:solidFill>
                  <a:schemeClr val="dk2"/>
                </a:solidFill>
                <a:latin typeface="Montserrat"/>
                <a:sym typeface="Montserrat"/>
              </a:rPr>
              <a:t>Each class will be stored in its own subfolder</a:t>
            </a:r>
          </a:p>
          <a:p>
            <a:pPr marL="457200" indent="-285750">
              <a:buFont typeface="Arial" panose="020B0604020202020204" pitchFamily="34" charset="0"/>
              <a:buChar char="•"/>
            </a:pPr>
            <a:r>
              <a:rPr lang="en-US" sz="1200" dirty="0">
                <a:solidFill>
                  <a:schemeClr val="dk2"/>
                </a:solidFill>
                <a:latin typeface="Montserrat"/>
                <a:sym typeface="Montserrat"/>
              </a:rPr>
              <a:t>Any existing reports, certificates, or zip files currently in a class’s subfolder will be deleted or overwritten when new files are being generated.</a:t>
            </a:r>
          </a:p>
        </p:txBody>
      </p:sp>
    </p:spTree>
    <p:extLst>
      <p:ext uri="{BB962C8B-B14F-4D97-AF65-F5344CB8AC3E}">
        <p14:creationId xmlns:p14="http://schemas.microsoft.com/office/powerpoint/2010/main" val="4014289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39">
          <a:extLst>
            <a:ext uri="{FF2B5EF4-FFF2-40B4-BE49-F238E27FC236}">
              <a16:creationId xmlns:a16="http://schemas.microsoft.com/office/drawing/2014/main" id="{9F3D1B2F-566D-FA66-DFE8-769C0AE39CBB}"/>
            </a:ext>
          </a:extLst>
        </p:cNvPr>
        <p:cNvGrpSpPr/>
        <p:nvPr/>
      </p:nvGrpSpPr>
      <p:grpSpPr>
        <a:xfrm>
          <a:off x="0" y="0"/>
          <a:ext cx="0" cy="0"/>
          <a:chOff x="0" y="0"/>
          <a:chExt cx="0" cy="0"/>
        </a:xfrm>
      </p:grpSpPr>
      <p:sp>
        <p:nvSpPr>
          <p:cNvPr id="2" name="Google Shape;578;p70">
            <a:extLst>
              <a:ext uri="{FF2B5EF4-FFF2-40B4-BE49-F238E27FC236}">
                <a16:creationId xmlns:a16="http://schemas.microsoft.com/office/drawing/2014/main" id="{7161D84B-A792-64A8-FB0B-A32530883CFF}"/>
              </a:ext>
            </a:extLst>
          </p:cNvPr>
          <p:cNvSpPr txBox="1">
            <a:spLocks/>
          </p:cNvSpPr>
          <p:nvPr/>
        </p:nvSpPr>
        <p:spPr>
          <a:xfrm>
            <a:off x="143767" y="205637"/>
            <a:ext cx="8115329" cy="61289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pPr algn="l"/>
            <a:r>
              <a:rPr lang="en-US" dirty="0"/>
              <a:t>Classes – Action Buttons</a:t>
            </a:r>
          </a:p>
        </p:txBody>
      </p:sp>
      <p:sp>
        <p:nvSpPr>
          <p:cNvPr id="5" name="Google Shape;541;p64">
            <a:extLst>
              <a:ext uri="{FF2B5EF4-FFF2-40B4-BE49-F238E27FC236}">
                <a16:creationId xmlns:a16="http://schemas.microsoft.com/office/drawing/2014/main" id="{BC2E7AE5-FE8B-4BB1-BCD9-DB4FE60E9E32}"/>
              </a:ext>
            </a:extLst>
          </p:cNvPr>
          <p:cNvSpPr txBox="1">
            <a:spLocks/>
          </p:cNvSpPr>
          <p:nvPr/>
        </p:nvSpPr>
        <p:spPr>
          <a:xfrm>
            <a:off x="143765" y="1170755"/>
            <a:ext cx="8747095" cy="25970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l">
              <a:tabLst>
                <a:tab pos="1943100" algn="l"/>
              </a:tabLst>
            </a:pPr>
            <a:r>
              <a:rPr lang="en" sz="1200" b="1" dirty="0"/>
              <a:t>Auto-Select Winners:	</a:t>
            </a:r>
            <a:r>
              <a:rPr lang="en" sz="1200" dirty="0"/>
              <a:t>Mostly self-explanatory. Each student with both names and all grades entered will be</a:t>
            </a:r>
          </a:p>
          <a:p>
            <a:pPr marL="0" indent="0" algn="l">
              <a:tabLst>
                <a:tab pos="1943100" algn="l"/>
              </a:tabLst>
            </a:pPr>
            <a:r>
              <a:rPr lang="en" sz="1200" dirty="0"/>
              <a:t>	examined, and the top three students will be automatically selected as winners. If two</a:t>
            </a:r>
          </a:p>
          <a:p>
            <a:pPr marL="0" indent="0" algn="l">
              <a:tabLst>
                <a:tab pos="1943100" algn="l"/>
              </a:tabLst>
            </a:pPr>
            <a:r>
              <a:rPr lang="en" sz="1200" dirty="0"/>
              <a:t>	or more students have the same score, the student who appears earlier in the class list</a:t>
            </a:r>
          </a:p>
          <a:p>
            <a:pPr marL="0" indent="0" algn="l">
              <a:spcAft>
                <a:spcPts val="600"/>
              </a:spcAft>
              <a:tabLst>
                <a:tab pos="1943100" algn="l"/>
              </a:tabLst>
            </a:pPr>
            <a:r>
              <a:rPr lang="en" sz="1200" dirty="0"/>
              <a:t>	will be selected first. As noted before, you can always manually change the selection.</a:t>
            </a:r>
          </a:p>
          <a:p>
            <a:pPr marL="0" indent="0" algn="l">
              <a:tabLst>
                <a:tab pos="1943100" algn="l"/>
              </a:tabLst>
            </a:pPr>
            <a:r>
              <a:rPr lang="en" sz="1200" b="1" dirty="0"/>
              <a:t>Korean Typing Site:	</a:t>
            </a:r>
            <a:r>
              <a:rPr lang="en" sz="1200" dirty="0"/>
              <a:t>If you are unable to type in Korean, you can use this site. It’s surprisingly convenient for</a:t>
            </a:r>
          </a:p>
          <a:p>
            <a:pPr marL="0" indent="0" algn="l">
              <a:tabLst>
                <a:tab pos="1943100" algn="l"/>
              </a:tabLst>
            </a:pPr>
            <a:r>
              <a:rPr lang="en" sz="1200" dirty="0"/>
              <a:t>	whenever you need to typing in Korean. You can either click on each letter with your</a:t>
            </a:r>
          </a:p>
          <a:p>
            <a:pPr marL="0" indent="0" algn="l">
              <a:tabLst>
                <a:tab pos="1943100" algn="l"/>
              </a:tabLst>
            </a:pPr>
            <a:r>
              <a:rPr lang="en" sz="1200" dirty="0"/>
              <a:t>	mouse or type using your keyboard. The site will automatically convert the key you</a:t>
            </a:r>
          </a:p>
          <a:p>
            <a:pPr marL="0" indent="0" algn="l">
              <a:tabLst>
                <a:tab pos="1943100" algn="l"/>
              </a:tabLst>
            </a:pPr>
            <a:r>
              <a:rPr lang="en" sz="1200" dirty="0"/>
              <a:t>	type to the equivalent key on a Korean keyboard. You can then copy and paste this</a:t>
            </a:r>
          </a:p>
          <a:p>
            <a:pPr marL="0" indent="0" algn="l">
              <a:spcAft>
                <a:spcPts val="600"/>
              </a:spcAft>
              <a:tabLst>
                <a:tab pos="1943100" algn="l"/>
              </a:tabLst>
            </a:pPr>
            <a:r>
              <a:rPr lang="en" sz="1200" dirty="0"/>
              <a:t>	into the spreadsheet.</a:t>
            </a:r>
          </a:p>
          <a:p>
            <a:pPr marL="0" indent="0" algn="l">
              <a:tabLst>
                <a:tab pos="1943100" algn="l"/>
              </a:tabLst>
            </a:pPr>
            <a:r>
              <a:rPr lang="en" sz="1200" b="1" dirty="0"/>
              <a:t>Repair Layout:	</a:t>
            </a:r>
            <a:r>
              <a:rPr lang="en" sz="1200" dirty="0"/>
              <a:t>If you think you’ve broken the spreadsheet somehow, relax. I don’t think you’ll discover</a:t>
            </a:r>
          </a:p>
          <a:p>
            <a:pPr marL="0" indent="0" algn="l">
              <a:tabLst>
                <a:tab pos="1943100" algn="l"/>
              </a:tabLst>
            </a:pPr>
            <a:r>
              <a:rPr lang="en" sz="1200" dirty="0"/>
              <a:t>	a way to break something that my team hasn’t already tried. Just click this button and</a:t>
            </a:r>
          </a:p>
          <a:p>
            <a:pPr marL="0" indent="0" algn="l">
              <a:tabLst>
                <a:tab pos="1943100" algn="l"/>
              </a:tabLst>
            </a:pPr>
            <a:r>
              <a:rPr lang="en" sz="1200" dirty="0"/>
              <a:t>	everything will return to normal. As mentioned before, this button will also normalize</a:t>
            </a:r>
          </a:p>
          <a:p>
            <a:pPr marL="0" indent="0" algn="l">
              <a:spcAft>
                <a:spcPts val="600"/>
              </a:spcAft>
              <a:tabLst>
                <a:tab pos="1943100" algn="l"/>
              </a:tabLst>
            </a:pPr>
            <a:r>
              <a:rPr lang="en" sz="1200" dirty="0"/>
              <a:t>	all grades to letter grades.</a:t>
            </a:r>
          </a:p>
          <a:p>
            <a:pPr marL="0" indent="0" algn="l">
              <a:spcAft>
                <a:spcPts val="600"/>
              </a:spcAft>
              <a:tabLst>
                <a:tab pos="1943100" algn="l"/>
              </a:tabLst>
            </a:pPr>
            <a:r>
              <a:rPr lang="en" sz="1200" b="1" dirty="0"/>
              <a:t>	</a:t>
            </a:r>
          </a:p>
        </p:txBody>
      </p:sp>
      <p:pic>
        <p:nvPicPr>
          <p:cNvPr id="3" name="Picture 2">
            <a:extLst>
              <a:ext uri="{FF2B5EF4-FFF2-40B4-BE49-F238E27FC236}">
                <a16:creationId xmlns:a16="http://schemas.microsoft.com/office/drawing/2014/main" id="{1B636876-6627-9DE5-9EF1-ADDB6CA72E60}"/>
              </a:ext>
            </a:extLst>
          </p:cNvPr>
          <p:cNvPicPr>
            <a:picLocks noChangeAspect="1"/>
          </p:cNvPicPr>
          <p:nvPr/>
        </p:nvPicPr>
        <p:blipFill>
          <a:blip r:embed="rId3">
            <a:clrChange>
              <a:clrFrom>
                <a:srgbClr val="FFFFFF"/>
              </a:clrFrom>
              <a:clrTo>
                <a:srgbClr val="FFFFFF">
                  <a:alpha val="0"/>
                </a:srgbClr>
              </a:clrTo>
            </a:clrChange>
          </a:blip>
          <a:srcRect/>
          <a:stretch/>
        </p:blipFill>
        <p:spPr>
          <a:xfrm>
            <a:off x="6545451" y="283522"/>
            <a:ext cx="2598549" cy="942407"/>
          </a:xfrm>
          <a:prstGeom prst="rect">
            <a:avLst/>
          </a:prstGeom>
        </p:spPr>
      </p:pic>
      <p:pic>
        <p:nvPicPr>
          <p:cNvPr id="7" name="Picture 6">
            <a:extLst>
              <a:ext uri="{FF2B5EF4-FFF2-40B4-BE49-F238E27FC236}">
                <a16:creationId xmlns:a16="http://schemas.microsoft.com/office/drawing/2014/main" id="{047A9C4C-7958-0FDD-54EA-A8F77A15665F}"/>
              </a:ext>
            </a:extLst>
          </p:cNvPr>
          <p:cNvPicPr>
            <a:picLocks noChangeAspect="1"/>
          </p:cNvPicPr>
          <p:nvPr/>
        </p:nvPicPr>
        <p:blipFill>
          <a:blip r:embed="rId4"/>
          <a:stretch>
            <a:fillRect/>
          </a:stretch>
        </p:blipFill>
        <p:spPr>
          <a:xfrm>
            <a:off x="1" y="3930095"/>
            <a:ext cx="4024393" cy="929883"/>
          </a:xfrm>
          <a:prstGeom prst="rect">
            <a:avLst/>
          </a:prstGeom>
          <a:solidFill>
            <a:srgbClr val="FFFFFF"/>
          </a:solidFill>
        </p:spPr>
      </p:pic>
      <p:pic>
        <p:nvPicPr>
          <p:cNvPr id="9" name="Picture 8">
            <a:extLst>
              <a:ext uri="{FF2B5EF4-FFF2-40B4-BE49-F238E27FC236}">
                <a16:creationId xmlns:a16="http://schemas.microsoft.com/office/drawing/2014/main" id="{E8E50697-7824-90E5-7E80-3F54EE1DCC04}"/>
              </a:ext>
            </a:extLst>
          </p:cNvPr>
          <p:cNvPicPr>
            <a:picLocks noChangeAspect="1"/>
          </p:cNvPicPr>
          <p:nvPr/>
        </p:nvPicPr>
        <p:blipFill>
          <a:blip r:embed="rId5"/>
          <a:srcRect/>
          <a:stretch/>
        </p:blipFill>
        <p:spPr>
          <a:xfrm>
            <a:off x="5119607" y="3930880"/>
            <a:ext cx="4024393" cy="929098"/>
          </a:xfrm>
          <a:prstGeom prst="rect">
            <a:avLst/>
          </a:prstGeom>
        </p:spPr>
      </p:pic>
      <p:pic>
        <p:nvPicPr>
          <p:cNvPr id="12" name="Picture 11">
            <a:extLst>
              <a:ext uri="{FF2B5EF4-FFF2-40B4-BE49-F238E27FC236}">
                <a16:creationId xmlns:a16="http://schemas.microsoft.com/office/drawing/2014/main" id="{5F8A6151-D68E-2405-FB27-00295C575374}"/>
              </a:ext>
            </a:extLst>
          </p:cNvPr>
          <p:cNvPicPr>
            <a:picLocks noChangeAspect="1"/>
          </p:cNvPicPr>
          <p:nvPr/>
        </p:nvPicPr>
        <p:blipFill>
          <a:blip r:embed="rId6"/>
          <a:stretch>
            <a:fillRect/>
          </a:stretch>
        </p:blipFill>
        <p:spPr>
          <a:xfrm>
            <a:off x="4034294" y="4307214"/>
            <a:ext cx="1075414" cy="323107"/>
          </a:xfrm>
          <a:prstGeom prst="rect">
            <a:avLst/>
          </a:prstGeom>
        </p:spPr>
      </p:pic>
      <p:sp>
        <p:nvSpPr>
          <p:cNvPr id="15" name="Arrow: Down 14">
            <a:extLst>
              <a:ext uri="{FF2B5EF4-FFF2-40B4-BE49-F238E27FC236}">
                <a16:creationId xmlns:a16="http://schemas.microsoft.com/office/drawing/2014/main" id="{66008697-59FE-DB46-CD3E-33FABCF9D66A}"/>
              </a:ext>
            </a:extLst>
          </p:cNvPr>
          <p:cNvSpPr/>
          <p:nvPr/>
        </p:nvSpPr>
        <p:spPr>
          <a:xfrm rot="16200000">
            <a:off x="3856488" y="4305339"/>
            <a:ext cx="249375" cy="326855"/>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Arrow: Down 15">
            <a:extLst>
              <a:ext uri="{FF2B5EF4-FFF2-40B4-BE49-F238E27FC236}">
                <a16:creationId xmlns:a16="http://schemas.microsoft.com/office/drawing/2014/main" id="{68889241-50B2-E853-CA55-DAF944553475}"/>
              </a:ext>
            </a:extLst>
          </p:cNvPr>
          <p:cNvSpPr/>
          <p:nvPr/>
        </p:nvSpPr>
        <p:spPr>
          <a:xfrm rot="16200000">
            <a:off x="4985020" y="4305339"/>
            <a:ext cx="249375" cy="326855"/>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00209218"/>
      </p:ext>
    </p:extLst>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426</TotalTime>
  <Words>3730</Words>
  <Application>Microsoft Office PowerPoint</Application>
  <PresentationFormat>On-screen Show (16:9)</PresentationFormat>
  <Paragraphs>260</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Crimson Text</vt:lpstr>
      <vt:lpstr>Arial</vt:lpstr>
      <vt:lpstr>Montserrat</vt:lpstr>
      <vt:lpstr>Vidaloka</vt:lpstr>
      <vt:lpstr>Minimalist Business Slides XL by Slidesgo</vt:lpstr>
      <vt:lpstr>DYB Speaking Evaluations</vt:lpstr>
      <vt:lpstr>The Various Sheets</vt:lpstr>
      <vt:lpstr>Instructions</vt:lpstr>
      <vt:lpstr>PowerPoint Presentation</vt:lpstr>
      <vt:lpstr>Options</vt:lpstr>
      <vt:lpstr>PowerPoint Presentation</vt:lpstr>
      <vt:lpstr>PowerPoint Presentation</vt:lpstr>
      <vt:lpstr>PowerPoint Presentation</vt:lpstr>
      <vt:lpstr>PowerPoint Presentation</vt:lpstr>
      <vt:lpstr>PowerPoint Presentation</vt:lpstr>
      <vt:lpstr>MacOS Users</vt:lpstr>
      <vt:lpstr>PowerPoint Presentation</vt:lpstr>
      <vt:lpstr>PowerPoint Presentation</vt:lpstr>
      <vt:lpstr>PowerPoint Presentation</vt:lpstr>
      <vt:lpstr>PowerPoint Presentation</vt:lpstr>
      <vt:lpstr>PowerPoint Presentation</vt:lpstr>
      <vt:lpstr>Classes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Warren Feltmate</dc:creator>
  <cp:lastModifiedBy>Warren Feltmate</cp:lastModifiedBy>
  <cp:revision>2</cp:revision>
  <dcterms:modified xsi:type="dcterms:W3CDTF">2026-01-18T16:42:49Z</dcterms:modified>
</cp:coreProperties>
</file>