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60" r:id="rId1"/>
  </p:sldMasterIdLst>
  <p:sldIdLst>
    <p:sldId id="258" r:id="rId2"/>
    <p:sldId id="261" r:id="rId3"/>
  </p:sldIdLst>
  <p:sldSz cx="6858000" cy="9906000" type="A4"/>
  <p:notesSz cx="6735763" cy="9866313"/>
  <p:embeddedFontLst>
    <p:embeddedFont>
      <p:font typeface="Arial Black" panose="020B0A04020102020204" pitchFamily="34" charset="0"/>
      <p:bold r:id="rId4"/>
    </p:embeddedFont>
    <p:embeddedFont>
      <p:font typeface="Arial Narrow" panose="020B0606020202030204" pitchFamily="34" charset="0"/>
      <p:regular r:id="rId5"/>
      <p:bold r:id="rId6"/>
      <p:italic r:id="rId7"/>
      <p:boldItalic r:id="rId8"/>
    </p:embeddedFont>
    <p:embeddedFont>
      <p:font typeface="Just Another Hand" panose="02000506000000020003" pitchFamily="2" charset="0"/>
      <p:regular r:id="rId9"/>
    </p:embeddedFont>
  </p:embeddedFontLst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 scaleToFitPaper="1"/>
  <p:clrMru>
    <a:srgbClr val="B11116"/>
    <a:srgbClr val="E5E5E7"/>
    <a:srgbClr val="D6D6D8"/>
    <a:srgbClr val="6D6E7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3253029-3166-4AB3-B5AD-57C68384E7E1}" v="21" dt="2026-02-07T15:27:57.88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0684" autoAdjust="0"/>
    <p:restoredTop sz="94660"/>
  </p:normalViewPr>
  <p:slideViewPr>
    <p:cSldViewPr snapToGrid="0">
      <p:cViewPr varScale="1">
        <p:scale>
          <a:sx n="104" d="100"/>
          <a:sy n="104" d="100"/>
        </p:scale>
        <p:origin x="1056" y="2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font" Target="fonts/font5.fntdata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font" Target="fonts/font4.fntdata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font" Target="fonts/font3.fntdata"/><Relationship Id="rId11" Type="http://schemas.openxmlformats.org/officeDocument/2006/relationships/viewProps" Target="viewProps.xml"/><Relationship Id="rId5" Type="http://schemas.openxmlformats.org/officeDocument/2006/relationships/font" Target="fonts/font2.fntdata"/><Relationship Id="rId15" Type="http://schemas.microsoft.com/office/2015/10/relationships/revisionInfo" Target="revisionInfo.xml"/><Relationship Id="rId10" Type="http://schemas.openxmlformats.org/officeDocument/2006/relationships/presProps" Target="presProps.xml"/><Relationship Id="rId4" Type="http://schemas.openxmlformats.org/officeDocument/2006/relationships/font" Target="fonts/font1.fntdata"/><Relationship Id="rId9" Type="http://schemas.openxmlformats.org/officeDocument/2006/relationships/font" Target="fonts/font6.fntdata"/><Relationship Id="rId14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Warren Feltmate" userId="06ccb0c333b4239d" providerId="LiveId" clId="{0003C985-05BB-4E6A-864A-E4FED89177B4}"/>
    <pc:docChg chg="undo custSel modSld">
      <pc:chgData name="Warren Feltmate" userId="06ccb0c333b4239d" providerId="LiveId" clId="{0003C985-05BB-4E6A-864A-E4FED89177B4}" dt="2026-02-07T15:28:12.996" v="27" actId="6549"/>
      <pc:docMkLst>
        <pc:docMk/>
      </pc:docMkLst>
      <pc:sldChg chg="modSp mod">
        <pc:chgData name="Warren Feltmate" userId="06ccb0c333b4239d" providerId="LiveId" clId="{0003C985-05BB-4E6A-864A-E4FED89177B4}" dt="2026-02-07T15:28:12.996" v="27" actId="6549"/>
        <pc:sldMkLst>
          <pc:docMk/>
          <pc:sldMk cId="513366292" sldId="258"/>
        </pc:sldMkLst>
        <pc:graphicFrameChg chg="mod modGraphic">
          <ac:chgData name="Warren Feltmate" userId="06ccb0c333b4239d" providerId="LiveId" clId="{0003C985-05BB-4E6A-864A-E4FED89177B4}" dt="2026-02-07T15:28:12.996" v="27" actId="6549"/>
          <ac:graphicFrameMkLst>
            <pc:docMk/>
            <pc:sldMk cId="513366292" sldId="258"/>
            <ac:graphicFrameMk id="36" creationId="{00000000-0000-0000-0000-000000000000}"/>
          </ac:graphicFrameMkLst>
        </pc:graphicFrame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peaking Evalu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2" name="Comments Box"/>
          <p:cNvGraphicFramePr>
            <a:graphicFrameLocks noGrp="1" noDrilldown="1" noMove="1" noResize="1"/>
          </p:cNvGraphicFramePr>
          <p:nvPr userDrawn="1">
            <p:extLst>
              <p:ext uri="{D42A27DB-BD31-4B8C-83A1-F6EECF244321}">
                <p14:modId xmlns:p14="http://schemas.microsoft.com/office/powerpoint/2010/main" val="3887630541"/>
              </p:ext>
            </p:extLst>
          </p:nvPr>
        </p:nvGraphicFramePr>
        <p:xfrm>
          <a:off x="219053" y="8008376"/>
          <a:ext cx="6419895" cy="14401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19895">
                  <a:extLst>
                    <a:ext uri="{9D8B030D-6E8A-4147-A177-3AD203B41FA5}">
                      <a16:colId xmlns:a16="http://schemas.microsoft.com/office/drawing/2014/main" val="2888324031"/>
                    </a:ext>
                  </a:extLst>
                </a:gridCol>
              </a:tblGrid>
              <a:tr h="214313"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1050" b="1" i="0" u="none" strike="noStrike" kern="100" cap="none" spc="0" normalizeH="0" baseline="0" noProof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uLnTx/>
                          <a:uFillTx/>
                          <a:latin typeface="Arial Black" panose="020B0A04020102020204" pitchFamily="34" charset="0"/>
                          <a:ea typeface="+mn-ea"/>
                          <a:cs typeface="Arial" panose="020B0604020202020204" pitchFamily="34" charset="0"/>
                        </a:rPr>
                        <a:t>Comments </a:t>
                      </a:r>
                      <a:r>
                        <a:rPr kumimoji="0" lang="ko-KR" altLang="en-US" sz="1050" b="1" i="0" u="none" strike="noStrike" kern="100" cap="none" spc="0" normalizeH="0" baseline="0" noProof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uLnTx/>
                          <a:uFillTx/>
                          <a:latin typeface="Arial Black" panose="020B0A04020102020204" pitchFamily="34" charset="0"/>
                          <a:ea typeface="+mn-ea"/>
                          <a:cs typeface="Arial" panose="020B0604020202020204" pitchFamily="34" charset="0"/>
                        </a:rPr>
                        <a:t>코멘트</a:t>
                      </a:r>
                      <a:endParaRPr lang="ko-KR" altLang="en-US" sz="1050" dirty="0">
                        <a:latin typeface="Arial Black" panose="020B0A04020102020204" pitchFamily="34" charset="0"/>
                        <a:cs typeface="Arial" panose="020B0604020202020204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568905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endParaRPr lang="en-US" altLang="ko-KR" sz="12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  <a:p>
                      <a:pPr latinLnBrk="1"/>
                      <a:endParaRPr lang="en-US" altLang="ko-KR" sz="12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  <a:p>
                      <a:pPr latinLnBrk="1"/>
                      <a:endParaRPr lang="en-US" altLang="ko-KR" sz="12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  <a:p>
                      <a:pPr latinLnBrk="1"/>
                      <a:endParaRPr lang="en-US" altLang="ko-KR" sz="12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  <a:p>
                      <a:pPr latinLnBrk="1"/>
                      <a:endParaRPr lang="en-US" altLang="ko-KR" sz="12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  <a:p>
                      <a:pPr latinLnBrk="1"/>
                      <a:endParaRPr lang="ko-KR" altLang="en-US" sz="12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6286868"/>
                  </a:ext>
                </a:extLst>
              </a:tr>
            </a:tbl>
          </a:graphicData>
        </a:graphic>
      </p:graphicFrame>
      <p:sp>
        <p:nvSpPr>
          <p:cNvPr id="33" name="Signature Label"/>
          <p:cNvSpPr txBox="1"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3521862" y="9510205"/>
            <a:ext cx="172319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b="1" dirty="0">
                <a:solidFill>
                  <a:srgbClr val="B11116"/>
                </a:solidFill>
                <a:latin typeface="Arial Narrow" panose="020B0606020202030204" pitchFamily="34" charset="0"/>
              </a:rPr>
              <a:t>Native Teacher Signature:</a:t>
            </a:r>
            <a:endParaRPr lang="ko-KR" altLang="en-US" sz="1200" b="1" dirty="0">
              <a:solidFill>
                <a:srgbClr val="B11116"/>
              </a:solidFill>
              <a:latin typeface="Arial Narrow" panose="020B0606020202030204" pitchFamily="34" charset="0"/>
            </a:endParaRPr>
          </a:p>
        </p:txBody>
      </p:sp>
      <p:grpSp>
        <p:nvGrpSpPr>
          <p:cNvPr id="20" name="Overall_Grade">
            <a:extLst>
              <a:ext uri="{FF2B5EF4-FFF2-40B4-BE49-F238E27FC236}">
                <a16:creationId xmlns:a16="http://schemas.microsoft.com/office/drawing/2014/main" id="{96EED462-4ACF-CCEB-4633-84F08650E5CD}"/>
              </a:ext>
            </a:extLst>
          </p:cNvPr>
          <p:cNvGrpSpPr>
            <a:grpSpLocks noGrp="1" noUngrp="1" noRot="1" noMove="1" noResize="1"/>
          </p:cNvGrpSpPr>
          <p:nvPr userDrawn="1"/>
        </p:nvGrpSpPr>
        <p:grpSpPr>
          <a:xfrm>
            <a:off x="5245055" y="1298675"/>
            <a:ext cx="1384398" cy="696724"/>
            <a:chOff x="5245055" y="1298675"/>
            <a:chExt cx="1384398" cy="696724"/>
          </a:xfrm>
        </p:grpSpPr>
        <p:sp>
          <p:nvSpPr>
            <p:cNvPr id="21" name="Background">
              <a:extLst>
                <a:ext uri="{FF2B5EF4-FFF2-40B4-BE49-F238E27FC236}">
                  <a16:creationId xmlns:a16="http://schemas.microsoft.com/office/drawing/2014/main" id="{89350671-E684-4118-8B84-D6CF9F93EAE3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5245056" y="1298675"/>
              <a:ext cx="1384397" cy="696724"/>
            </a:xfrm>
            <a:prstGeom prst="rect">
              <a:avLst/>
            </a:prstGeom>
            <a:solidFill>
              <a:srgbClr val="E5E5E7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2" name="Label">
              <a:extLst>
                <a:ext uri="{FF2B5EF4-FFF2-40B4-BE49-F238E27FC236}">
                  <a16:creationId xmlns:a16="http://schemas.microsoft.com/office/drawing/2014/main" id="{E81025A5-3FA5-DD11-D382-851C61539A42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5245055" y="1718400"/>
              <a:ext cx="138344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 b="1" dirty="0">
                  <a:solidFill>
                    <a:srgbClr val="B11116"/>
                  </a:solidFill>
                  <a:latin typeface="Arial Narrow" panose="020B0606020202030204" pitchFamily="34" charset="0"/>
                </a:rPr>
                <a:t>OVERALL GRADE</a:t>
              </a:r>
              <a:endParaRPr lang="ko-KR" altLang="en-US" sz="1200" b="1" dirty="0">
                <a:solidFill>
                  <a:srgbClr val="B11116"/>
                </a:solidFill>
                <a:latin typeface="Arial Narrow" panose="020B0606020202030204" pitchFamily="34" charset="0"/>
              </a:endParaRPr>
            </a:p>
          </p:txBody>
        </p:sp>
      </p:grpSp>
      <p:grpSp>
        <p:nvGrpSpPr>
          <p:cNvPr id="15" name="Korean Teacher">
            <a:extLst>
              <a:ext uri="{FF2B5EF4-FFF2-40B4-BE49-F238E27FC236}">
                <a16:creationId xmlns:a16="http://schemas.microsoft.com/office/drawing/2014/main" id="{AD43325E-F756-5F88-BA8B-43A2DD9FACB8}"/>
              </a:ext>
            </a:extLst>
          </p:cNvPr>
          <p:cNvGrpSpPr>
            <a:grpSpLocks noGrp="1" noUngrp="1" noRot="1" noMove="1" noResize="1"/>
          </p:cNvGrpSpPr>
          <p:nvPr userDrawn="1"/>
        </p:nvGrpSpPr>
        <p:grpSpPr>
          <a:xfrm>
            <a:off x="3058420" y="1682019"/>
            <a:ext cx="2113653" cy="318983"/>
            <a:chOff x="2746512" y="1682019"/>
            <a:chExt cx="2120761" cy="318983"/>
          </a:xfrm>
        </p:grpSpPr>
        <p:sp>
          <p:nvSpPr>
            <p:cNvPr id="16" name="Background">
              <a:extLst>
                <a:ext uri="{FF2B5EF4-FFF2-40B4-BE49-F238E27FC236}">
                  <a16:creationId xmlns:a16="http://schemas.microsoft.com/office/drawing/2014/main" id="{AB546B3D-8343-D972-5B79-ABE3A88128BF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2746512" y="1682019"/>
              <a:ext cx="2120761" cy="318983"/>
            </a:xfrm>
            <a:prstGeom prst="rect">
              <a:avLst/>
            </a:prstGeom>
            <a:solidFill>
              <a:srgbClr val="E5E5E7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" name="Label">
              <a:extLst>
                <a:ext uri="{FF2B5EF4-FFF2-40B4-BE49-F238E27FC236}">
                  <a16:creationId xmlns:a16="http://schemas.microsoft.com/office/drawing/2014/main" id="{4671CC89-A775-F458-DE6C-D1BEDC4D75B0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2746513" y="1703011"/>
              <a:ext cx="1161211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b="1" dirty="0">
                  <a:solidFill>
                    <a:srgbClr val="B11116"/>
                  </a:solidFill>
                  <a:latin typeface="Arial Narrow" panose="020B0606020202030204" pitchFamily="34" charset="0"/>
                </a:rPr>
                <a:t>Korean Teacher:</a:t>
              </a:r>
              <a:endParaRPr lang="ko-KR" altLang="en-US" sz="1200" b="1" dirty="0">
                <a:solidFill>
                  <a:srgbClr val="B11116"/>
                </a:solidFill>
                <a:latin typeface="Arial Narrow" panose="020B0606020202030204" pitchFamily="34" charset="0"/>
              </a:endParaRPr>
            </a:p>
          </p:txBody>
        </p:sp>
      </p:grpSp>
      <p:grpSp>
        <p:nvGrpSpPr>
          <p:cNvPr id="12" name="Native Teacher">
            <a:extLst>
              <a:ext uri="{FF2B5EF4-FFF2-40B4-BE49-F238E27FC236}">
                <a16:creationId xmlns:a16="http://schemas.microsoft.com/office/drawing/2014/main" id="{D964476F-01AB-17E2-0F53-84E8B01E6E6F}"/>
              </a:ext>
            </a:extLst>
          </p:cNvPr>
          <p:cNvGrpSpPr>
            <a:grpSpLocks noGrp="1" noUngrp="1" noRot="1" noMove="1" noResize="1"/>
          </p:cNvGrpSpPr>
          <p:nvPr userDrawn="1"/>
        </p:nvGrpSpPr>
        <p:grpSpPr>
          <a:xfrm>
            <a:off x="221880" y="1682019"/>
            <a:ext cx="2763556" cy="318983"/>
            <a:chOff x="221881" y="1682019"/>
            <a:chExt cx="2426071" cy="318983"/>
          </a:xfrm>
        </p:grpSpPr>
        <p:sp>
          <p:nvSpPr>
            <p:cNvPr id="13" name="Background">
              <a:extLst>
                <a:ext uri="{FF2B5EF4-FFF2-40B4-BE49-F238E27FC236}">
                  <a16:creationId xmlns:a16="http://schemas.microsoft.com/office/drawing/2014/main" id="{287B7878-2464-EAD5-55F6-92D296DEB3C9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229502" y="1682019"/>
              <a:ext cx="2418450" cy="318983"/>
            </a:xfrm>
            <a:prstGeom prst="rect">
              <a:avLst/>
            </a:prstGeom>
            <a:solidFill>
              <a:srgbClr val="E5E5E7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4" name="Label">
              <a:extLst>
                <a:ext uri="{FF2B5EF4-FFF2-40B4-BE49-F238E27FC236}">
                  <a16:creationId xmlns:a16="http://schemas.microsoft.com/office/drawing/2014/main" id="{1956C3E6-F74C-5CCF-0305-310EF5AE7F9C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221881" y="1703011"/>
              <a:ext cx="925698" cy="276999"/>
            </a:xfrm>
            <a:prstGeom prst="rect">
              <a:avLst/>
            </a:prstGeom>
            <a:noFill/>
          </p:spPr>
          <p:txBody>
            <a:bodyPr wrap="square" rIns="0" rtlCol="0">
              <a:spAutoFit/>
            </a:bodyPr>
            <a:lstStyle/>
            <a:p>
              <a:r>
                <a:rPr lang="en-US" altLang="ko-KR" sz="1200" b="1" dirty="0">
                  <a:solidFill>
                    <a:srgbClr val="B11116"/>
                  </a:solidFill>
                  <a:latin typeface="Arial Narrow" panose="020B0606020202030204" pitchFamily="34" charset="0"/>
                </a:rPr>
                <a:t>Native Teacher:</a:t>
              </a:r>
              <a:endParaRPr lang="ko-KR" altLang="en-US" sz="1200" b="1" dirty="0">
                <a:solidFill>
                  <a:srgbClr val="B11116"/>
                </a:solidFill>
                <a:latin typeface="Arial Narrow" panose="020B0606020202030204" pitchFamily="34" charset="0"/>
              </a:endParaRPr>
            </a:p>
          </p:txBody>
        </p:sp>
      </p:grpSp>
      <p:grpSp>
        <p:nvGrpSpPr>
          <p:cNvPr id="9" name="Korean Name">
            <a:extLst>
              <a:ext uri="{FF2B5EF4-FFF2-40B4-BE49-F238E27FC236}">
                <a16:creationId xmlns:a16="http://schemas.microsoft.com/office/drawing/2014/main" id="{4E17706F-EF70-E046-E349-F0C97F3A7344}"/>
              </a:ext>
            </a:extLst>
          </p:cNvPr>
          <p:cNvGrpSpPr>
            <a:grpSpLocks noGrp="1" noUngrp="1" noRot="1" noMove="1" noResize="1"/>
          </p:cNvGrpSpPr>
          <p:nvPr userDrawn="1"/>
        </p:nvGrpSpPr>
        <p:grpSpPr>
          <a:xfrm>
            <a:off x="3058420" y="1304278"/>
            <a:ext cx="2113653" cy="318983"/>
            <a:chOff x="2746512" y="1304278"/>
            <a:chExt cx="2120761" cy="318983"/>
          </a:xfrm>
        </p:grpSpPr>
        <p:sp>
          <p:nvSpPr>
            <p:cNvPr id="10" name="Background">
              <a:extLst>
                <a:ext uri="{FF2B5EF4-FFF2-40B4-BE49-F238E27FC236}">
                  <a16:creationId xmlns:a16="http://schemas.microsoft.com/office/drawing/2014/main" id="{3CA407C4-7D1F-C98B-5AFB-472C26A23697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2746512" y="1304278"/>
              <a:ext cx="2120761" cy="318983"/>
            </a:xfrm>
            <a:prstGeom prst="rect">
              <a:avLst/>
            </a:prstGeom>
            <a:solidFill>
              <a:srgbClr val="E5E5E7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" name="Label">
              <a:extLst>
                <a:ext uri="{FF2B5EF4-FFF2-40B4-BE49-F238E27FC236}">
                  <a16:creationId xmlns:a16="http://schemas.microsoft.com/office/drawing/2014/main" id="{8F21A0AA-D8BB-CD9C-C612-F5ACF86B7FA3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2746514" y="1325270"/>
              <a:ext cx="1161211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b="1" dirty="0">
                  <a:solidFill>
                    <a:srgbClr val="B11116"/>
                  </a:solidFill>
                  <a:latin typeface="Arial Narrow" panose="020B0606020202030204" pitchFamily="34" charset="0"/>
                </a:rPr>
                <a:t>Korean Name:</a:t>
              </a:r>
              <a:endParaRPr lang="ko-KR" altLang="en-US" sz="1200" b="1" dirty="0">
                <a:solidFill>
                  <a:srgbClr val="B11116"/>
                </a:solidFill>
                <a:latin typeface="Arial Narrow" panose="020B0606020202030204" pitchFamily="34" charset="0"/>
              </a:endParaRPr>
            </a:p>
          </p:txBody>
        </p:sp>
      </p:grpSp>
      <p:grpSp>
        <p:nvGrpSpPr>
          <p:cNvPr id="6" name="English Name">
            <a:extLst>
              <a:ext uri="{FF2B5EF4-FFF2-40B4-BE49-F238E27FC236}">
                <a16:creationId xmlns:a16="http://schemas.microsoft.com/office/drawing/2014/main" id="{90C35B8F-A8A4-8ABB-FE31-CDFBC966B437}"/>
              </a:ext>
            </a:extLst>
          </p:cNvPr>
          <p:cNvGrpSpPr>
            <a:grpSpLocks noGrp="1" noUngrp="1" noRot="1" noMove="1" noResize="1"/>
          </p:cNvGrpSpPr>
          <p:nvPr userDrawn="1"/>
        </p:nvGrpSpPr>
        <p:grpSpPr>
          <a:xfrm>
            <a:off x="221881" y="1304278"/>
            <a:ext cx="2763556" cy="318983"/>
            <a:chOff x="221881" y="1304278"/>
            <a:chExt cx="2426072" cy="318983"/>
          </a:xfrm>
        </p:grpSpPr>
        <p:sp>
          <p:nvSpPr>
            <p:cNvPr id="7" name="Background">
              <a:extLst>
                <a:ext uri="{FF2B5EF4-FFF2-40B4-BE49-F238E27FC236}">
                  <a16:creationId xmlns:a16="http://schemas.microsoft.com/office/drawing/2014/main" id="{A6C5E523-6407-73A9-28A2-128CD5739E8E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229503" y="1304278"/>
              <a:ext cx="2418450" cy="318983"/>
            </a:xfrm>
            <a:prstGeom prst="rect">
              <a:avLst/>
            </a:prstGeom>
            <a:solidFill>
              <a:srgbClr val="E5E5E7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8" name="Label">
              <a:extLst>
                <a:ext uri="{FF2B5EF4-FFF2-40B4-BE49-F238E27FC236}">
                  <a16:creationId xmlns:a16="http://schemas.microsoft.com/office/drawing/2014/main" id="{FF0F65F1-593C-338B-E5B8-ECC1472B8EFD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221881" y="1325270"/>
              <a:ext cx="92569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b="1" dirty="0">
                  <a:solidFill>
                    <a:srgbClr val="B11116"/>
                  </a:solidFill>
                  <a:latin typeface="Arial Narrow" panose="020B0606020202030204" pitchFamily="34" charset="0"/>
                </a:rPr>
                <a:t>English Name:</a:t>
              </a:r>
              <a:endParaRPr lang="ko-KR" altLang="en-US" sz="1200" b="1" dirty="0">
                <a:solidFill>
                  <a:srgbClr val="B11116"/>
                </a:solidFill>
                <a:latin typeface="Arial Narrow" panose="020B0606020202030204" pitchFamily="34" charset="0"/>
              </a:endParaRPr>
            </a:p>
          </p:txBody>
        </p:sp>
      </p:grpSp>
      <p:grpSp>
        <p:nvGrpSpPr>
          <p:cNvPr id="24" name="Report Header">
            <a:extLst>
              <a:ext uri="{FF2B5EF4-FFF2-40B4-BE49-F238E27FC236}">
                <a16:creationId xmlns:a16="http://schemas.microsoft.com/office/drawing/2014/main" id="{3B0C9DDE-3285-0F74-1E0F-6F998745118D}"/>
              </a:ext>
            </a:extLst>
          </p:cNvPr>
          <p:cNvGrpSpPr>
            <a:grpSpLocks noGrp="1" noUngrp="1" noRot="1" noMove="1" noResize="1"/>
          </p:cNvGrpSpPr>
          <p:nvPr userDrawn="1"/>
        </p:nvGrpSpPr>
        <p:grpSpPr>
          <a:xfrm>
            <a:off x="4867275" y="178119"/>
            <a:ext cx="1648562" cy="806609"/>
            <a:chOff x="4867275" y="178119"/>
            <a:chExt cx="1648562" cy="806609"/>
          </a:xfrm>
        </p:grpSpPr>
        <p:sp>
          <p:nvSpPr>
            <p:cNvPr id="18" name="Eval Date Background">
              <a:extLst>
                <a:ext uri="{FF2B5EF4-FFF2-40B4-BE49-F238E27FC236}">
                  <a16:creationId xmlns:a16="http://schemas.microsoft.com/office/drawing/2014/main" id="{78252F05-685D-FD6D-8DF0-F3C63E4CD267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 userDrawn="1"/>
          </p:nvSpPr>
          <p:spPr>
            <a:xfrm>
              <a:off x="4867275" y="178119"/>
              <a:ext cx="1648562" cy="318983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9" name="Grade-Level Background">
              <a:extLst>
                <a:ext uri="{FF2B5EF4-FFF2-40B4-BE49-F238E27FC236}">
                  <a16:creationId xmlns:a16="http://schemas.microsoft.com/office/drawing/2014/main" id="{1443E3C0-F69F-C77D-83B9-585A01CA7860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 userDrawn="1"/>
          </p:nvSpPr>
          <p:spPr>
            <a:xfrm>
              <a:off x="5245057" y="665745"/>
              <a:ext cx="1270780" cy="318983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326473196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Additional Comm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Comments Box"/>
          <p:cNvGraphicFramePr>
            <a:graphicFrameLocks noGrp="1" noDrilldown="1" noMove="1" noResize="1"/>
          </p:cNvGraphicFramePr>
          <p:nvPr userDrawn="1">
            <p:extLst>
              <p:ext uri="{D42A27DB-BD31-4B8C-83A1-F6EECF244321}">
                <p14:modId xmlns:p14="http://schemas.microsoft.com/office/powerpoint/2010/main" val="166332519"/>
              </p:ext>
            </p:extLst>
          </p:nvPr>
        </p:nvGraphicFramePr>
        <p:xfrm>
          <a:off x="219053" y="1442476"/>
          <a:ext cx="6419895" cy="30861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19895">
                  <a:extLst>
                    <a:ext uri="{9D8B030D-6E8A-4147-A177-3AD203B41FA5}">
                      <a16:colId xmlns:a16="http://schemas.microsoft.com/office/drawing/2014/main" val="2888324031"/>
                    </a:ext>
                  </a:extLst>
                </a:gridCol>
              </a:tblGrid>
              <a:tr h="214313"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1050" b="1" i="0" u="none" strike="noStrike" kern="100" cap="none" spc="0" normalizeH="0" baseline="0" noProof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uLnTx/>
                          <a:uFillTx/>
                          <a:latin typeface="Arial Black" panose="020B0A04020102020204" pitchFamily="34" charset="0"/>
                          <a:ea typeface="+mn-ea"/>
                          <a:cs typeface="+mn-cs"/>
                        </a:rPr>
                        <a:t>Comments </a:t>
                      </a:r>
                      <a:r>
                        <a:rPr kumimoji="0" lang="ko-KR" altLang="en-US" sz="1050" b="1" i="0" u="none" strike="noStrike" kern="100" cap="none" spc="0" normalizeH="0" baseline="0" noProof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uLnTx/>
                          <a:uFillTx/>
                          <a:latin typeface="Arial Black" panose="020B0A04020102020204" pitchFamily="34" charset="0"/>
                          <a:ea typeface="+mn-ea"/>
                          <a:cs typeface="+mn-cs"/>
                        </a:rPr>
                        <a:t>코멘트</a:t>
                      </a:r>
                      <a:endParaRPr lang="ko-KR" altLang="en-US" dirty="0"/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568905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endParaRPr lang="en-US" altLang="ko-KR" sz="12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  <a:p>
                      <a:pPr latinLnBrk="1"/>
                      <a:endParaRPr lang="en-US" altLang="ko-KR" sz="12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  <a:p>
                      <a:pPr latinLnBrk="1"/>
                      <a:endParaRPr lang="en-US" altLang="ko-KR" sz="12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  <a:p>
                      <a:pPr latinLnBrk="1"/>
                      <a:endParaRPr lang="en-US" altLang="ko-KR" sz="12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  <a:p>
                      <a:pPr latinLnBrk="1"/>
                      <a:endParaRPr lang="en-US" altLang="ko-KR" sz="12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  <a:p>
                      <a:pPr latinLnBrk="1"/>
                      <a:endParaRPr lang="en-US" altLang="ko-KR" sz="12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  <a:p>
                      <a:pPr latinLnBrk="1"/>
                      <a:endParaRPr lang="en-US" altLang="ko-KR" sz="12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  <a:p>
                      <a:pPr latinLnBrk="1"/>
                      <a:endParaRPr lang="en-US" altLang="ko-KR" sz="12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  <a:p>
                      <a:pPr latinLnBrk="1"/>
                      <a:endParaRPr lang="en-US" altLang="ko-KR" sz="12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  <a:p>
                      <a:pPr latinLnBrk="1"/>
                      <a:endParaRPr lang="en-US" altLang="ko-KR" sz="12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  <a:p>
                      <a:pPr latinLnBrk="1"/>
                      <a:endParaRPr lang="en-US" altLang="ko-KR" sz="12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  <a:p>
                      <a:pPr latinLnBrk="1"/>
                      <a:endParaRPr lang="en-US" altLang="ko-KR" sz="12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  <a:p>
                      <a:pPr latinLnBrk="1"/>
                      <a:endParaRPr lang="en-US" altLang="ko-KR" sz="12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  <a:p>
                      <a:pPr latinLnBrk="1"/>
                      <a:endParaRPr lang="en-US" altLang="ko-KR" sz="12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  <a:p>
                      <a:pPr latinLnBrk="1"/>
                      <a:endParaRPr lang="ko-KR" altLang="en-US" sz="12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628686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3975436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Report Header">
            <a:extLst>
              <a:ext uri="{FF2B5EF4-FFF2-40B4-BE49-F238E27FC236}">
                <a16:creationId xmlns:a16="http://schemas.microsoft.com/office/drawing/2014/main" id="{651285F7-BE09-D814-8A49-482B7C152DE1}"/>
              </a:ext>
            </a:extLst>
          </p:cNvPr>
          <p:cNvGrpSpPr>
            <a:grpSpLocks noGrp="1" noUngrp="1" noRot="1" noMove="1" noResize="1"/>
          </p:cNvGrpSpPr>
          <p:nvPr userDrawn="1"/>
        </p:nvGrpSpPr>
        <p:grpSpPr>
          <a:xfrm>
            <a:off x="0" y="0"/>
            <a:ext cx="6858001" cy="1196340"/>
            <a:chOff x="0" y="0"/>
            <a:chExt cx="6858001" cy="1196340"/>
          </a:xfrm>
        </p:grpSpPr>
        <p:sp>
          <p:nvSpPr>
            <p:cNvPr id="3" name="DYB Logo Background">
              <a:extLst>
                <a:ext uri="{FF2B5EF4-FFF2-40B4-BE49-F238E27FC236}">
                  <a16:creationId xmlns:a16="http://schemas.microsoft.com/office/drawing/2014/main" id="{83F7463C-C048-A3A5-A4FD-528D37C8B2C7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 userDrawn="1"/>
          </p:nvSpPr>
          <p:spPr>
            <a:xfrm>
              <a:off x="0" y="0"/>
              <a:ext cx="1276350" cy="1196340"/>
            </a:xfrm>
            <a:prstGeom prst="rect">
              <a:avLst/>
            </a:prstGeom>
            <a:solidFill>
              <a:srgbClr val="E5E5E7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4" name="DYB Logo">
              <a:extLst>
                <a:ext uri="{FF2B5EF4-FFF2-40B4-BE49-F238E27FC236}">
                  <a16:creationId xmlns:a16="http://schemas.microsoft.com/office/drawing/2014/main" id="{20A19BA7-F7B0-689D-3F8A-121BC02C4287}"/>
                </a:ext>
              </a:extLst>
            </p:cNvPr>
            <p:cNvPicPr>
              <a:picLocks noGrp="1" noRot="1" noMove="1" noResize="1" noEditPoints="1" noAdjustHandles="1" noChangeArrowheads="1" noChangeShapeType="1" noCrop="1"/>
            </p:cNvPicPr>
            <p:nvPr userDrawn="1"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9480" y="206490"/>
              <a:ext cx="966369" cy="791971"/>
            </a:xfrm>
            <a:prstGeom prst="rect">
              <a:avLst/>
            </a:prstGeom>
          </p:spPr>
        </p:pic>
        <p:sp>
          <p:nvSpPr>
            <p:cNvPr id="5" name="Report Header Background">
              <a:extLst>
                <a:ext uri="{FF2B5EF4-FFF2-40B4-BE49-F238E27FC236}">
                  <a16:creationId xmlns:a16="http://schemas.microsoft.com/office/drawing/2014/main" id="{6A9DFC88-6674-522E-8786-40CAFB403B10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 userDrawn="1"/>
          </p:nvSpPr>
          <p:spPr>
            <a:xfrm>
              <a:off x="1276350" y="1"/>
              <a:ext cx="5581651" cy="1195833"/>
            </a:xfrm>
            <a:prstGeom prst="rect">
              <a:avLst/>
            </a:prstGeom>
            <a:solidFill>
              <a:srgbClr val="B1111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" name="Report Header Text">
              <a:extLst>
                <a:ext uri="{FF2B5EF4-FFF2-40B4-BE49-F238E27FC236}">
                  <a16:creationId xmlns:a16="http://schemas.microsoft.com/office/drawing/2014/main" id="{CED87104-3492-8E83-86F1-FDCBAC9E2B45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 userDrawn="1"/>
          </p:nvSpPr>
          <p:spPr>
            <a:xfrm>
              <a:off x="1503636" y="59307"/>
              <a:ext cx="3163138" cy="107721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3200" b="1" dirty="0">
                  <a:solidFill>
                    <a:schemeClr val="bg1"/>
                  </a:solidFill>
                  <a:latin typeface="Arial Black" panose="020B0A04020102020204" pitchFamily="34" charset="0"/>
                </a:rPr>
                <a:t>SPEAKING</a:t>
              </a:r>
            </a:p>
            <a:p>
              <a:r>
                <a:rPr lang="en-US" altLang="ko-KR" sz="3200" b="1" dirty="0">
                  <a:solidFill>
                    <a:schemeClr val="bg1"/>
                  </a:solidFill>
                  <a:latin typeface="Arial Black" panose="020B0A04020102020204" pitchFamily="34" charset="0"/>
                </a:rPr>
                <a:t>EVALUATION</a:t>
              </a:r>
              <a:endParaRPr lang="ko-KR" altLang="en-US" sz="3200" b="1" dirty="0">
                <a:solidFill>
                  <a:schemeClr val="bg1"/>
                </a:solidFill>
                <a:latin typeface="Arial Black" panose="020B0A0402010202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48933139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8" r:id="rId1"/>
    <p:sldLayoutId id="2147483670" r:id="rId2"/>
  </p:sldLayoutIdLst>
  <p:txStyles>
    <p:titleStyle>
      <a:lvl1pPr algn="l" defTabSz="685800" rtl="0" eaLnBrk="1" latinLnBrk="1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1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Comments"/>
          <p:cNvSpPr txBox="1"/>
          <p:nvPr/>
        </p:nvSpPr>
        <p:spPr>
          <a:xfrm>
            <a:off x="223802" y="8269783"/>
            <a:ext cx="6410396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altLang="ko-KR" sz="1500" dirty="0">
                <a:latin typeface="Just Another Hand" panose="02000506000000020003" pitchFamily="2" charset="0"/>
                <a:cs typeface="Arial" panose="020B0604020202020204" pitchFamily="34" charset="0"/>
              </a:rPr>
              <a:t>Comment</a:t>
            </a:r>
            <a:endParaRPr lang="ko-KR" altLang="en-US" sz="1500" dirty="0">
              <a:latin typeface="Just Another Hand" panose="02000506000000020003" pitchFamily="2" charset="0"/>
              <a:cs typeface="Arial" panose="020B0604020202020204" pitchFamily="34" charset="0"/>
            </a:endParaRPr>
          </a:p>
        </p:txBody>
      </p:sp>
      <p:graphicFrame>
        <p:nvGraphicFramePr>
          <p:cNvPr id="36" name="Report_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37518200"/>
              </p:ext>
            </p:extLst>
          </p:nvPr>
        </p:nvGraphicFramePr>
        <p:xfrm>
          <a:off x="229026" y="2124329"/>
          <a:ext cx="6400424" cy="5763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60024">
                  <a:extLst>
                    <a:ext uri="{9D8B030D-6E8A-4147-A177-3AD203B41FA5}">
                      <a16:colId xmlns:a16="http://schemas.microsoft.com/office/drawing/2014/main" val="247911015"/>
                    </a:ext>
                  </a:extLst>
                </a:gridCol>
                <a:gridCol w="654050">
                  <a:extLst>
                    <a:ext uri="{9D8B030D-6E8A-4147-A177-3AD203B41FA5}">
                      <a16:colId xmlns:a16="http://schemas.microsoft.com/office/drawing/2014/main" val="3806264517"/>
                    </a:ext>
                  </a:extLst>
                </a:gridCol>
                <a:gridCol w="937270">
                  <a:extLst>
                    <a:ext uri="{9D8B030D-6E8A-4147-A177-3AD203B41FA5}">
                      <a16:colId xmlns:a16="http://schemas.microsoft.com/office/drawing/2014/main" val="3277761772"/>
                    </a:ext>
                  </a:extLst>
                </a:gridCol>
                <a:gridCol w="937270">
                  <a:extLst>
                    <a:ext uri="{9D8B030D-6E8A-4147-A177-3AD203B41FA5}">
                      <a16:colId xmlns:a16="http://schemas.microsoft.com/office/drawing/2014/main" val="3833310422"/>
                    </a:ext>
                  </a:extLst>
                </a:gridCol>
                <a:gridCol w="937270">
                  <a:extLst>
                    <a:ext uri="{9D8B030D-6E8A-4147-A177-3AD203B41FA5}">
                      <a16:colId xmlns:a16="http://schemas.microsoft.com/office/drawing/2014/main" val="662001239"/>
                    </a:ext>
                  </a:extLst>
                </a:gridCol>
                <a:gridCol w="937270">
                  <a:extLst>
                    <a:ext uri="{9D8B030D-6E8A-4147-A177-3AD203B41FA5}">
                      <a16:colId xmlns:a16="http://schemas.microsoft.com/office/drawing/2014/main" val="1534224506"/>
                    </a:ext>
                  </a:extLst>
                </a:gridCol>
                <a:gridCol w="937270">
                  <a:extLst>
                    <a:ext uri="{9D8B030D-6E8A-4147-A177-3AD203B41FA5}">
                      <a16:colId xmlns:a16="http://schemas.microsoft.com/office/drawing/2014/main" val="1369582542"/>
                    </a:ext>
                  </a:extLst>
                </a:gridCol>
              </a:tblGrid>
              <a:tr h="0">
                <a:tc gridSpan="2">
                  <a:txBody>
                    <a:bodyPr/>
                    <a:lstStyle/>
                    <a:p>
                      <a:pPr algn="ctr"/>
                      <a:r>
                        <a:rPr kumimoji="0" lang="en-US" altLang="ko-KR" sz="1000" b="1" i="0" u="none" strike="noStrike" kern="100" cap="none" spc="0" normalizeH="0" baseline="0" noProof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uLnTx/>
                          <a:uFillTx/>
                          <a:latin typeface="Arial Black" panose="020B0A04020102020204" pitchFamily="34" charset="0"/>
                          <a:ea typeface="+mn-ea"/>
                          <a:cs typeface="+mn-cs"/>
                        </a:rPr>
                        <a:t>Grammar </a:t>
                      </a:r>
                      <a:r>
                        <a:rPr kumimoji="0" lang="ko-KR" altLang="en-US" sz="1000" b="1" i="0" u="none" strike="noStrike" kern="100" cap="none" spc="0" normalizeH="0" baseline="0" noProof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uLnTx/>
                          <a:uFillTx/>
                          <a:latin typeface="Arial Black" panose="020B0A04020102020204" pitchFamily="34" charset="0"/>
                          <a:ea typeface="+mn-ea"/>
                          <a:cs typeface="+mn-cs"/>
                        </a:rPr>
                        <a:t>문법</a:t>
                      </a:r>
                      <a:endParaRPr lang="en-US" sz="1000" b="1" dirty="0">
                        <a:solidFill>
                          <a:sysClr val="windowText" lastClr="000000"/>
                        </a:solidFill>
                        <a:latin typeface="Arial Narrow" panose="020B0606020202030204" pitchFamily="34" charset="0"/>
                        <a:cs typeface="Times New Roman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  <a:latin typeface="Arial Narrow" panose="020B0606020202030204" pitchFamily="34" charset="0"/>
                        <a:cs typeface="Times New Roman" pitchFamily="18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 Narrow" panose="020B0606020202030204" pitchFamily="34" charset="0"/>
                          <a:cs typeface="Times New Roman" pitchFamily="18" charset="0"/>
                        </a:rPr>
                        <a:t>A+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5E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65455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dirty="0">
                          <a:solidFill>
                            <a:schemeClr val="tx1"/>
                          </a:solidFill>
                          <a:latin typeface="Arial Narrow" panose="020B0606020202030204" pitchFamily="34" charset="0"/>
                          <a:cs typeface="Times New Roman" pitchFamily="18" charset="0"/>
                        </a:rPr>
                        <a:t>A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5E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 Narrow" panose="020B0606020202030204" pitchFamily="34" charset="0"/>
                          <a:cs typeface="Times New Roman" pitchFamily="18" charset="0"/>
                        </a:rPr>
                        <a:t>B+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5E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 Narrow" panose="020B0606020202030204" pitchFamily="34" charset="0"/>
                          <a:cs typeface="Times New Roman" pitchFamily="18" charset="0"/>
                        </a:rPr>
                        <a:t>B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5E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 Narrow" panose="020B0606020202030204" pitchFamily="34" charset="0"/>
                          <a:cs typeface="Times New Roman" pitchFamily="18" charset="0"/>
                        </a:rPr>
                        <a:t>C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5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332058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88900" marR="0" lvl="0" indent="-74613" algn="l" defTabSz="654557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Pts val="300"/>
                        <a:buFont typeface="Wingdings"/>
                        <a:buChar char=""/>
                        <a:tabLst/>
                        <a:defRPr/>
                      </a:pPr>
                      <a:r>
                        <a:rPr kumimoji="0" lang="en-US" altLang="ko-KR" sz="600" b="0" i="0" u="none" strike="noStrike" kern="1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Subject-Verb Agreement</a:t>
                      </a:r>
                    </a:p>
                    <a:p>
                      <a:pPr marL="88900" marR="0" lvl="0" indent="-74613" algn="l" defTabSz="654557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Pts val="300"/>
                        <a:buFont typeface="Wingdings"/>
                        <a:buChar char=""/>
                        <a:tabLst/>
                        <a:defRPr/>
                      </a:pPr>
                      <a:r>
                        <a:rPr kumimoji="0" lang="en-US" altLang="ko-KR" sz="600" b="0" i="0" u="none" strike="noStrike" kern="1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Verb Tenses</a:t>
                      </a:r>
                    </a:p>
                    <a:p>
                      <a:pPr marL="88900" marR="0" lvl="0" indent="-74613" algn="l" defTabSz="654557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Pts val="300"/>
                        <a:buFont typeface="Wingdings"/>
                        <a:buChar char=""/>
                        <a:tabLst/>
                        <a:defRPr/>
                      </a:pPr>
                      <a:r>
                        <a:rPr kumimoji="0" lang="en-US" altLang="ko-KR" sz="600" b="0" i="0" u="none" strike="noStrike" kern="1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Pronouns</a:t>
                      </a:r>
                    </a:p>
                    <a:p>
                      <a:pPr marL="88900" marR="0" lvl="0" indent="-74613" algn="l" defTabSz="654557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Pts val="300"/>
                        <a:buFont typeface="Wingdings"/>
                        <a:buChar char=""/>
                        <a:tabLst/>
                        <a:defRPr/>
                      </a:pPr>
                      <a:r>
                        <a:rPr kumimoji="0" lang="en-US" altLang="ko-KR" sz="600" b="0" i="0" u="none" strike="noStrike" kern="1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Prepositions</a:t>
                      </a:r>
                    </a:p>
                    <a:p>
                      <a:pPr marL="88900" marR="0" lvl="0" indent="-74613" algn="l" defTabSz="654557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Pts val="300"/>
                        <a:buFont typeface="Wingdings"/>
                        <a:buChar char=""/>
                        <a:tabLst/>
                        <a:defRPr/>
                      </a:pPr>
                      <a:r>
                        <a:rPr kumimoji="0" lang="en-US" altLang="ko-KR" sz="600" b="0" i="0" u="none" strike="noStrike" kern="1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Articles</a:t>
                      </a:r>
                    </a:p>
                    <a:p>
                      <a:pPr marL="88900" marR="0" lvl="0" indent="-74613" algn="l" defTabSz="654557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Pts val="300"/>
                        <a:buFont typeface="Wingdings"/>
                        <a:buChar char=""/>
                        <a:tabLst/>
                        <a:defRPr/>
                      </a:pPr>
                      <a:r>
                        <a:rPr kumimoji="0" lang="en-US" altLang="ko-KR" sz="600" b="0" i="0" u="none" strike="noStrike" kern="1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Plurals</a:t>
                      </a:r>
                    </a:p>
                    <a:p>
                      <a:pPr marL="88900" marR="0" lvl="0" indent="-74613" algn="l" defTabSz="654557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Pts val="300"/>
                        <a:buFont typeface="Wingdings"/>
                        <a:buChar char=""/>
                        <a:tabLst/>
                        <a:defRPr/>
                      </a:pPr>
                      <a:r>
                        <a:rPr kumimoji="0" lang="en-US" altLang="ko-KR" sz="600" b="0" i="0" u="none" strike="noStrike" kern="1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Correct Vocabulary Use</a:t>
                      </a:r>
                    </a:p>
                    <a:p>
                      <a:pPr marL="88900" marR="0" lvl="0" indent="-74613" algn="l" defTabSz="654557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Pts val="300"/>
                        <a:buFont typeface="Wingdings"/>
                        <a:buChar char=""/>
                        <a:tabLst/>
                        <a:defRPr/>
                      </a:pPr>
                      <a:r>
                        <a:rPr kumimoji="0" lang="en-US" altLang="ko-KR" sz="600" b="0" i="0" u="none" strike="noStrike" kern="1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Sentence Structure</a:t>
                      </a:r>
                      <a:endParaRPr kumimoji="0" lang="en-US" sz="600" b="0" i="0" u="none" strike="noStrike" kern="1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맑은 고딕"/>
                        <a:cs typeface="Times New Roman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5E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54557" rtl="0" eaLnBrk="0" fontAlgn="auto" latinLnBrk="0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kumimoji="0" lang="en-US" sz="2000" b="0" i="0" u="none" strike="noStrike" kern="1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Arial Black" panose="020B0A04020102020204" pitchFamily="34" charset="0"/>
                        <a:ea typeface="맑은 고딕"/>
                        <a:cs typeface="Times New Roman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5E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54557" rtl="0" eaLnBrk="0" fontAlgn="auto" latinLnBrk="0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800" b="0" i="0" u="none" strike="noStrike" kern="1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Very well-structured sentences with little to no errors in grammar.</a:t>
                      </a:r>
                      <a:endParaRPr kumimoji="0" lang="en-US" sz="900" b="0" i="0" u="none" strike="noStrike" kern="1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맑은 고딕"/>
                        <a:cs typeface="Times New Roman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54557" rtl="0" eaLnBrk="0" fontAlgn="auto" latinLnBrk="0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800" b="0" i="0" u="none" strike="noStrike" kern="1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Sentences are well constructed with some errors in complex grammar.</a:t>
                      </a:r>
                      <a:endParaRPr kumimoji="0" lang="en-US" sz="900" b="0" i="0" u="none" strike="noStrike" kern="1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맑은 고딕"/>
                        <a:cs typeface="Times New Roman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54557" rtl="0" eaLnBrk="0" fontAlgn="auto" latinLnBrk="0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800" b="0" i="0" u="none" strike="noStrike" kern="1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Use of full sentences, but basic grammar mistakes.</a:t>
                      </a:r>
                      <a:endParaRPr kumimoji="0" lang="en-US" sz="900" b="0" i="0" u="none" strike="noStrike" kern="1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맑은 고딕"/>
                        <a:cs typeface="Times New Roman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5455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800" b="0" i="0" u="none" strike="noStrike" kern="1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Basic sentences beginning to be formed. Still some fragmented ideas.</a:t>
                      </a:r>
                      <a:endParaRPr kumimoji="0" 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54557" rtl="0" eaLnBrk="0" fontAlgn="auto" latinLnBrk="0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800" b="0" i="0" u="none" strike="noStrike" kern="1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No use of full sentences. Single worded answers.</a:t>
                      </a:r>
                      <a:endParaRPr kumimoji="0" lang="en-US" sz="900" b="0" i="0" u="none" strike="noStrike" kern="1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맑은 고딕"/>
                        <a:cs typeface="Times New Roman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97879995"/>
                  </a:ext>
                </a:extLst>
              </a:tr>
              <a:tr h="0">
                <a:tc gridSpan="2">
                  <a:txBody>
                    <a:bodyPr/>
                    <a:lstStyle/>
                    <a:p>
                      <a:pPr marL="0" marR="0" lvl="0" indent="0" algn="ctr" defTabSz="65455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000" b="1" i="0" u="none" strike="noStrike" kern="100" cap="none" spc="0" normalizeH="0" baseline="0" noProof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uLnTx/>
                          <a:uFillTx/>
                          <a:latin typeface="Arial Black" panose="020B0A04020102020204" pitchFamily="34" charset="0"/>
                          <a:ea typeface="+mn-ea"/>
                          <a:cs typeface="+mn-cs"/>
                        </a:rPr>
                        <a:t>Pronunciation </a:t>
                      </a:r>
                      <a:r>
                        <a:rPr kumimoji="0" lang="ko-KR" altLang="en-US" sz="1000" b="1" i="0" u="none" strike="noStrike" kern="100" cap="none" spc="0" normalizeH="0" baseline="0" noProof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uLnTx/>
                          <a:uFillTx/>
                          <a:latin typeface="Arial Black" panose="020B0A04020102020204" pitchFamily="34" charset="0"/>
                          <a:ea typeface="+mn-ea"/>
                          <a:cs typeface="+mn-cs"/>
                        </a:rPr>
                        <a:t>발음</a:t>
                      </a:r>
                      <a:endParaRPr kumimoji="0" lang="en-US" altLang="ko-KR" sz="1050" b="1" i="0" u="none" strike="noStrike" kern="100" cap="none" spc="0" normalizeH="0" baseline="0" noProof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uLnTx/>
                        <a:uFillTx/>
                        <a:latin typeface="Arial Black" panose="020B0A04020102020204" pitchFamily="34" charset="0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  <a:latin typeface="Arial Narrow" panose="020B0606020202030204" pitchFamily="34" charset="0"/>
                        <a:cs typeface="Times New Roman" pitchFamily="18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1111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 Narrow" panose="020B0606020202030204" pitchFamily="34" charset="0"/>
                          <a:cs typeface="Times New Roman" pitchFamily="18" charset="0"/>
                        </a:rPr>
                        <a:t>A+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5E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65455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dirty="0">
                          <a:solidFill>
                            <a:schemeClr val="tx1"/>
                          </a:solidFill>
                          <a:latin typeface="Arial Narrow" panose="020B0606020202030204" pitchFamily="34" charset="0"/>
                          <a:cs typeface="Times New Roman" pitchFamily="18" charset="0"/>
                        </a:rPr>
                        <a:t>A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5E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 Narrow" panose="020B0606020202030204" pitchFamily="34" charset="0"/>
                          <a:cs typeface="Times New Roman" pitchFamily="18" charset="0"/>
                        </a:rPr>
                        <a:t>B+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5E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 Narrow" panose="020B0606020202030204" pitchFamily="34" charset="0"/>
                          <a:cs typeface="Times New Roman" pitchFamily="18" charset="0"/>
                        </a:rPr>
                        <a:t>B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5E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 Narrow" panose="020B0606020202030204" pitchFamily="34" charset="0"/>
                          <a:cs typeface="Times New Roman" pitchFamily="18" charset="0"/>
                        </a:rPr>
                        <a:t>C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5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12916781"/>
                  </a:ext>
                </a:extLst>
              </a:tr>
              <a:tr h="704088">
                <a:tc>
                  <a:txBody>
                    <a:bodyPr/>
                    <a:lstStyle/>
                    <a:p>
                      <a:pPr marL="88900" marR="0" lvl="0" indent="-74613" algn="l" defTabSz="654557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Pts val="300"/>
                        <a:buFont typeface="Wingdings"/>
                        <a:buChar char=""/>
                        <a:tabLst/>
                        <a:defRPr/>
                      </a:pPr>
                      <a:r>
                        <a:rPr kumimoji="0" lang="en-US" altLang="ko-KR" sz="600" b="0" i="0" u="none" strike="noStrike" kern="1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Use of </a:t>
                      </a:r>
                      <a:r>
                        <a:rPr kumimoji="0" lang="en-US" altLang="ko-KR" sz="600" b="0" i="0" u="none" strike="noStrike" kern="100" cap="none" spc="0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Konglish</a:t>
                      </a:r>
                      <a:endParaRPr kumimoji="0" lang="en-US" altLang="ko-KR" sz="600" b="0" i="0" u="none" strike="noStrike" kern="1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  <a:p>
                      <a:pPr marL="88900" marR="0" lvl="0" indent="-74613" algn="l" defTabSz="654557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Pts val="300"/>
                        <a:buFont typeface="Wingdings"/>
                        <a:buChar char=""/>
                        <a:tabLst/>
                        <a:defRPr/>
                      </a:pPr>
                      <a:r>
                        <a:rPr kumimoji="0" lang="en-US" altLang="ko-KR" sz="600" b="0" i="0" u="none" strike="noStrike" kern="1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Clarity / Mumbling</a:t>
                      </a:r>
                    </a:p>
                    <a:p>
                      <a:pPr marL="88900" marR="0" lvl="0" indent="-74613" algn="l" defTabSz="654557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Pts val="300"/>
                        <a:buFont typeface="Wingdings"/>
                        <a:buChar char=""/>
                        <a:tabLst/>
                        <a:defRPr/>
                      </a:pPr>
                      <a:r>
                        <a:rPr kumimoji="0" lang="en-US" altLang="ko-KR" sz="600" b="0" i="0" u="none" strike="noStrike" kern="1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Difficult Vocabulary</a:t>
                      </a:r>
                    </a:p>
                    <a:p>
                      <a:pPr marL="88900" marR="0" lvl="0" indent="-74613" algn="l" defTabSz="654557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Pts val="300"/>
                        <a:buFont typeface="Wingdings"/>
                        <a:buChar char=""/>
                        <a:tabLst/>
                        <a:defRPr/>
                      </a:pPr>
                      <a:r>
                        <a:rPr kumimoji="0" lang="en-US" altLang="ko-KR" sz="600" b="0" i="0" u="none" strike="noStrike" kern="1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Accent</a:t>
                      </a:r>
                    </a:p>
                    <a:p>
                      <a:pPr marL="88900" marR="0" lvl="0" indent="-74613" algn="l" defTabSz="654557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Pts val="300"/>
                        <a:buFont typeface="Wingdings"/>
                        <a:buChar char=""/>
                        <a:tabLst/>
                        <a:defRPr/>
                      </a:pPr>
                      <a:r>
                        <a:rPr kumimoji="0" lang="en-US" altLang="ko-KR" sz="600" b="0" i="0" u="none" strike="noStrike" kern="1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Syllable Division</a:t>
                      </a:r>
                    </a:p>
                    <a:p>
                      <a:pPr marL="88900" marR="0" lvl="0" indent="-74613" algn="l" defTabSz="654557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Pts val="300"/>
                        <a:buFont typeface="Wingdings"/>
                        <a:buChar char=""/>
                        <a:tabLst/>
                        <a:defRPr/>
                      </a:pPr>
                      <a:r>
                        <a:rPr kumimoji="0" lang="en-US" altLang="ko-KR" sz="600" b="0" i="0" u="none" strike="noStrike" kern="1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Proper Syllable Emphasis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5E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54557" rtl="0" eaLnBrk="0" fontAlgn="auto" latinLnBrk="0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kumimoji="0" lang="en-US" altLang="ko-KR" sz="2000" b="0" i="0" u="none" strike="noStrike" kern="1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Arial Black" panose="020B0A04020102020204" pitchFamily="34" charset="0"/>
                        <a:ea typeface="맑은 고딕"/>
                        <a:cs typeface="Times New Roman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5E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eaLnBrk="0" latinLnBrk="0" hangingPunct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800" kern="100" dirty="0">
                          <a:solidFill>
                            <a:schemeClr val="tx1"/>
                          </a:solidFill>
                          <a:effectLst/>
                          <a:latin typeface="Arial Narrow" panose="020B0606020202030204" pitchFamily="34" charset="0"/>
                        </a:rPr>
                        <a:t>Natural pronunciation.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rial Narrow" panose="020B0606020202030204" pitchFamily="34" charset="0"/>
                        <a:ea typeface="맑은 고딕"/>
                        <a:cs typeface="Times New Roman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 eaLnBrk="0" latinLnBrk="0" hangingPunct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800" kern="100" dirty="0">
                          <a:solidFill>
                            <a:schemeClr val="tx1"/>
                          </a:solidFill>
                          <a:effectLst/>
                          <a:latin typeface="Arial Narrow" panose="020B0606020202030204" pitchFamily="34" charset="0"/>
                        </a:rPr>
                        <a:t>Good pronunciation, but some odd words.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rial Narrow" panose="020B0606020202030204" pitchFamily="34" charset="0"/>
                        <a:ea typeface="맑은 고딕"/>
                        <a:cs typeface="Times New Roman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 eaLnBrk="0" latinLnBrk="0" hangingPunct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800" kern="100" dirty="0">
                          <a:solidFill>
                            <a:schemeClr val="tx1"/>
                          </a:solidFill>
                          <a:effectLst/>
                          <a:latin typeface="Arial Narrow" panose="020B0606020202030204" pitchFamily="34" charset="0"/>
                        </a:rPr>
                        <a:t>Generally good pronunciation.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rial Narrow" panose="020B0606020202030204" pitchFamily="34" charset="0"/>
                        <a:ea typeface="맑은 고딕"/>
                        <a:cs typeface="Times New Roman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kern="100" dirty="0">
                          <a:solidFill>
                            <a:schemeClr val="tx1"/>
                          </a:solidFill>
                          <a:effectLst/>
                          <a:latin typeface="Arial Narrow" panose="020B0606020202030204" pitchFamily="34" charset="0"/>
                        </a:rPr>
                        <a:t>Pronunciation improving, but some Konglish.</a:t>
                      </a:r>
                      <a:endParaRPr lang="en-US" sz="1200" dirty="0">
                        <a:latin typeface="Arial Narrow" panose="020B0606020202030204" pitchFamily="34" charset="0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 eaLnBrk="0" latinLnBrk="0" hangingPunct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800" kern="100" dirty="0">
                          <a:solidFill>
                            <a:schemeClr val="tx1"/>
                          </a:solidFill>
                          <a:effectLst/>
                          <a:latin typeface="Arial Narrow" panose="020B0606020202030204" pitchFamily="34" charset="0"/>
                        </a:rPr>
                        <a:t>Excessive use of Konglish.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rial Narrow" panose="020B0606020202030204" pitchFamily="34" charset="0"/>
                        <a:ea typeface="맑은 고딕"/>
                        <a:cs typeface="Times New Roman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6552147"/>
                  </a:ext>
                </a:extLst>
              </a:tr>
              <a:tr h="0">
                <a:tc gridSpan="2">
                  <a:txBody>
                    <a:bodyPr/>
                    <a:lstStyle/>
                    <a:p>
                      <a:pPr marL="0" marR="0" indent="0" algn="ctr" defTabSz="65455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000" b="1" i="0" u="none" strike="noStrike" kern="100" cap="none" spc="0" normalizeH="0" baseline="0" noProof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uLnTx/>
                          <a:uFillTx/>
                          <a:latin typeface="Arial Black" panose="020B0A04020102020204" pitchFamily="34" charset="0"/>
                          <a:ea typeface="+mn-ea"/>
                          <a:cs typeface="+mn-cs"/>
                        </a:rPr>
                        <a:t>Fluency </a:t>
                      </a:r>
                      <a:r>
                        <a:rPr kumimoji="0" lang="ko-KR" altLang="en-US" sz="1000" b="1" i="0" u="none" strike="noStrike" kern="100" cap="none" spc="0" normalizeH="0" baseline="0" noProof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uLnTx/>
                          <a:uFillTx/>
                          <a:latin typeface="Arial Black" panose="020B0A04020102020204" pitchFamily="34" charset="0"/>
                          <a:ea typeface="+mn-ea"/>
                          <a:cs typeface="+mn-cs"/>
                        </a:rPr>
                        <a:t>유창성</a:t>
                      </a:r>
                      <a:endParaRPr lang="en-US" altLang="ko-KR" sz="1000" b="1" dirty="0">
                        <a:solidFill>
                          <a:sysClr val="windowText" lastClr="000000"/>
                        </a:solidFill>
                        <a:latin typeface="Arial Narrow" panose="020B0606020202030204" pitchFamily="34" charset="0"/>
                        <a:cs typeface="Times New Roman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  <a:latin typeface="Arial Narrow" panose="020B0606020202030204" pitchFamily="34" charset="0"/>
                        <a:cs typeface="Times New Roman" pitchFamily="18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1111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 Narrow" panose="020B0606020202030204" pitchFamily="34" charset="0"/>
                          <a:cs typeface="Times New Roman" pitchFamily="18" charset="0"/>
                        </a:rPr>
                        <a:t>A+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5E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65455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dirty="0">
                          <a:solidFill>
                            <a:schemeClr val="tx1"/>
                          </a:solidFill>
                          <a:latin typeface="Arial Narrow" panose="020B0606020202030204" pitchFamily="34" charset="0"/>
                          <a:cs typeface="Times New Roman" pitchFamily="18" charset="0"/>
                        </a:rPr>
                        <a:t>A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5E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 Narrow" panose="020B0606020202030204" pitchFamily="34" charset="0"/>
                          <a:cs typeface="Times New Roman" pitchFamily="18" charset="0"/>
                        </a:rPr>
                        <a:t>B+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5E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 Narrow" panose="020B0606020202030204" pitchFamily="34" charset="0"/>
                          <a:cs typeface="Times New Roman" pitchFamily="18" charset="0"/>
                        </a:rPr>
                        <a:t>B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5E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 Narrow" panose="020B0606020202030204" pitchFamily="34" charset="0"/>
                          <a:cs typeface="Times New Roman" pitchFamily="18" charset="0"/>
                        </a:rPr>
                        <a:t>C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5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06418577"/>
                  </a:ext>
                </a:extLst>
              </a:tr>
              <a:tr h="704088">
                <a:tc>
                  <a:txBody>
                    <a:bodyPr/>
                    <a:lstStyle/>
                    <a:p>
                      <a:pPr marL="88900" marR="0" lvl="0" indent="-74613" algn="l" defTabSz="654557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Pts val="300"/>
                        <a:buFont typeface="Wingdings"/>
                        <a:buChar char=""/>
                        <a:tabLst/>
                        <a:defRPr/>
                      </a:pPr>
                      <a:r>
                        <a:rPr kumimoji="0" lang="en-US" altLang="ko-KR" sz="600" b="0" i="0" u="none" strike="noStrike" kern="1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Flow</a:t>
                      </a:r>
                    </a:p>
                    <a:p>
                      <a:pPr marL="88900" marR="0" lvl="0" indent="-74613" algn="l" defTabSz="654557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Pts val="300"/>
                        <a:buFont typeface="Wingdings"/>
                        <a:buChar char=""/>
                        <a:tabLst/>
                        <a:defRPr/>
                      </a:pPr>
                      <a:r>
                        <a:rPr kumimoji="0" lang="en-US" altLang="ko-KR" sz="600" b="0" i="0" u="none" strike="noStrike" kern="1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Varying Intonation</a:t>
                      </a:r>
                    </a:p>
                    <a:p>
                      <a:pPr marL="88900" marR="0" lvl="0" indent="-74613" algn="l" defTabSz="654557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Pts val="300"/>
                        <a:buFont typeface="Wingdings"/>
                        <a:buChar char=""/>
                        <a:tabLst/>
                        <a:defRPr/>
                      </a:pPr>
                      <a:r>
                        <a:rPr kumimoji="0" lang="en-US" altLang="ko-KR" sz="600" b="0" i="0" u="none" strike="noStrike" kern="1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Speaking Pace</a:t>
                      </a:r>
                    </a:p>
                    <a:p>
                      <a:pPr marL="88900" marR="0" lvl="0" indent="-74613" algn="l" defTabSz="654557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Pts val="300"/>
                        <a:buFont typeface="Wingdings"/>
                        <a:buChar char=""/>
                        <a:tabLst/>
                        <a:defRPr/>
                      </a:pPr>
                      <a:r>
                        <a:rPr kumimoji="0" lang="en-US" altLang="ko-KR" sz="600" b="0" i="0" u="none" strike="noStrike" kern="1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Pausing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5E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54557" rtl="0" eaLnBrk="0" fontAlgn="auto" latinLnBrk="0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kumimoji="0" lang="en-US" altLang="ko-KR" sz="2000" b="0" i="0" u="none" strike="noStrike" kern="1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Arial Black" panose="020B0A04020102020204" pitchFamily="34" charset="0"/>
                        <a:ea typeface="맑은 고딕"/>
                        <a:cs typeface="Times New Roman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5E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eaLnBrk="0" latinLnBrk="0" hangingPunct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800" kern="100" dirty="0">
                          <a:solidFill>
                            <a:schemeClr val="tx1"/>
                          </a:solidFill>
                          <a:effectLst/>
                          <a:latin typeface="Arial Narrow" panose="020B0606020202030204" pitchFamily="34" charset="0"/>
                        </a:rPr>
                        <a:t>Natural flow and appropriate pausing and range of tone.</a:t>
                      </a:r>
                      <a:endParaRPr lang="en-US" sz="800" kern="100" dirty="0">
                        <a:solidFill>
                          <a:schemeClr val="tx1"/>
                        </a:solidFill>
                        <a:effectLst/>
                        <a:latin typeface="Arial Narrow" panose="020B0606020202030204" pitchFamily="34" charset="0"/>
                        <a:ea typeface="맑은 고딕"/>
                        <a:cs typeface="Times New Roman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 eaLnBrk="0" latinLnBrk="0" hangingPunct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800" kern="100" dirty="0">
                          <a:solidFill>
                            <a:schemeClr val="tx1"/>
                          </a:solidFill>
                          <a:effectLst/>
                          <a:latin typeface="Arial Narrow" panose="020B0606020202030204" pitchFamily="34" charset="0"/>
                        </a:rPr>
                        <a:t>Some flow and pausing. Some range of tone.</a:t>
                      </a:r>
                      <a:endParaRPr lang="en-US" sz="800" kern="100" dirty="0">
                        <a:solidFill>
                          <a:schemeClr val="tx1"/>
                        </a:solidFill>
                        <a:effectLst/>
                        <a:latin typeface="Arial Narrow" panose="020B0606020202030204" pitchFamily="34" charset="0"/>
                        <a:ea typeface="맑은 고딕"/>
                        <a:cs typeface="Times New Roman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 eaLnBrk="0" latinLnBrk="0" hangingPunct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800" kern="100" dirty="0">
                          <a:solidFill>
                            <a:schemeClr val="tx1"/>
                          </a:solidFill>
                          <a:effectLst/>
                          <a:latin typeface="Arial Narrow" panose="020B0606020202030204" pitchFamily="34" charset="0"/>
                        </a:rPr>
                        <a:t>Too fast or too slow.</a:t>
                      </a:r>
                      <a:endParaRPr lang="en-US" sz="800" kern="100" dirty="0">
                        <a:solidFill>
                          <a:schemeClr val="tx1"/>
                        </a:solidFill>
                        <a:effectLst/>
                        <a:latin typeface="Arial Narrow" panose="020B0606020202030204" pitchFamily="34" charset="0"/>
                        <a:ea typeface="맑은 고딕"/>
                        <a:cs typeface="Times New Roman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marR="0" indent="-171450" algn="ctr" eaLnBrk="0" latinLnBrk="0" hangingPunct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800" kern="100" dirty="0">
                          <a:solidFill>
                            <a:schemeClr val="tx1"/>
                          </a:solidFill>
                          <a:effectLst/>
                          <a:latin typeface="Arial Narrow" panose="020B0606020202030204" pitchFamily="34" charset="0"/>
                        </a:rPr>
                        <a:t>Overuse of filler</a:t>
                      </a:r>
                    </a:p>
                    <a:p>
                      <a:pPr marL="0" marR="0" indent="0" algn="ctr" eaLnBrk="0" latinLnBrk="0" hangingPunct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800" kern="100" dirty="0">
                          <a:solidFill>
                            <a:schemeClr val="tx1"/>
                          </a:solidFill>
                          <a:effectLst/>
                          <a:latin typeface="Arial Narrow" panose="020B0606020202030204" pitchFamily="34" charset="0"/>
                        </a:rPr>
                        <a:t>words</a:t>
                      </a:r>
                    </a:p>
                    <a:p>
                      <a:pPr marL="171450" marR="0" indent="-171450" algn="ctr" eaLnBrk="0" latinLnBrk="0" hangingPunct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800" kern="100" dirty="0">
                          <a:solidFill>
                            <a:schemeClr val="tx1"/>
                          </a:solidFill>
                          <a:effectLst/>
                          <a:latin typeface="Arial Narrow" panose="020B0606020202030204" pitchFamily="34" charset="0"/>
                        </a:rPr>
                        <a:t>(umm/like).</a:t>
                      </a:r>
                      <a:endParaRPr lang="en-US" sz="800" dirty="0">
                        <a:latin typeface="Arial Narrow" panose="020B0606020202030204" pitchFamily="34" charset="0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eaLnBrk="0" latinLnBrk="0" hangingPunct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800" kern="100" dirty="0">
                          <a:solidFill>
                            <a:schemeClr val="tx1"/>
                          </a:solidFill>
                          <a:effectLst/>
                          <a:latin typeface="Arial Narrow" panose="020B0606020202030204" pitchFamily="34" charset="0"/>
                        </a:rPr>
                        <a:t>Very long pauses.</a:t>
                      </a:r>
                      <a:endParaRPr lang="en-US" sz="800" kern="100" dirty="0">
                        <a:solidFill>
                          <a:schemeClr val="tx1"/>
                        </a:solidFill>
                        <a:effectLst/>
                        <a:latin typeface="Arial Narrow" panose="020B0606020202030204" pitchFamily="34" charset="0"/>
                        <a:ea typeface="맑은 고딕"/>
                        <a:cs typeface="Times New Roman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26943904"/>
                  </a:ext>
                </a:extLst>
              </a:tr>
              <a:tr h="0">
                <a:tc gridSpan="2">
                  <a:txBody>
                    <a:bodyPr/>
                    <a:lstStyle/>
                    <a:p>
                      <a:pPr marL="0" marR="0" indent="0" algn="ctr" defTabSz="65455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000" b="1" i="0" u="none" strike="noStrike" kern="100" cap="none" spc="0" normalizeH="0" baseline="0" noProof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uLnTx/>
                          <a:uFillTx/>
                          <a:latin typeface="Arial Black" panose="020B0A04020102020204" pitchFamily="34" charset="0"/>
                          <a:ea typeface="+mn-ea"/>
                          <a:cs typeface="+mn-cs"/>
                        </a:rPr>
                        <a:t>Manner </a:t>
                      </a:r>
                      <a:r>
                        <a:rPr kumimoji="0" lang="ko-KR" altLang="en-US" sz="1000" b="1" i="0" u="none" strike="noStrike" kern="100" cap="none" spc="0" normalizeH="0" baseline="0" noProof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uLnTx/>
                          <a:uFillTx/>
                          <a:latin typeface="Arial Black" panose="020B0A04020102020204" pitchFamily="34" charset="0"/>
                          <a:ea typeface="+mn-ea"/>
                          <a:cs typeface="+mn-cs"/>
                        </a:rPr>
                        <a:t>태도</a:t>
                      </a:r>
                      <a:endParaRPr lang="en-US" altLang="ko-KR" sz="1000" b="1" dirty="0">
                        <a:solidFill>
                          <a:sysClr val="windowText" lastClr="000000"/>
                        </a:solidFill>
                        <a:latin typeface="Arial Narrow" panose="020B0606020202030204" pitchFamily="34" charset="0"/>
                        <a:cs typeface="Times New Roman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  <a:latin typeface="Arial Narrow" panose="020B0606020202030204" pitchFamily="34" charset="0"/>
                        <a:cs typeface="Times New Roman" pitchFamily="18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1111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 Narrow" panose="020B0606020202030204" pitchFamily="34" charset="0"/>
                          <a:cs typeface="Times New Roman" pitchFamily="18" charset="0"/>
                        </a:rPr>
                        <a:t>A+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5E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65455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dirty="0">
                          <a:solidFill>
                            <a:schemeClr val="tx1"/>
                          </a:solidFill>
                          <a:latin typeface="Arial Narrow" panose="020B0606020202030204" pitchFamily="34" charset="0"/>
                          <a:cs typeface="Times New Roman" pitchFamily="18" charset="0"/>
                        </a:rPr>
                        <a:t>A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5E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 Narrow" panose="020B0606020202030204" pitchFamily="34" charset="0"/>
                          <a:cs typeface="Times New Roman" pitchFamily="18" charset="0"/>
                        </a:rPr>
                        <a:t>B+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5E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 Narrow" panose="020B0606020202030204" pitchFamily="34" charset="0"/>
                          <a:cs typeface="Times New Roman" pitchFamily="18" charset="0"/>
                        </a:rPr>
                        <a:t>B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5E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 Narrow" panose="020B0606020202030204" pitchFamily="34" charset="0"/>
                          <a:cs typeface="Times New Roman" pitchFamily="18" charset="0"/>
                        </a:rPr>
                        <a:t>C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5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8263413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88900" marR="0" lvl="0" indent="-74613" algn="l" defTabSz="654557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Pts val="300"/>
                        <a:buFont typeface="Wingdings"/>
                        <a:buChar char=""/>
                        <a:tabLst/>
                        <a:defRPr/>
                      </a:pPr>
                      <a:r>
                        <a:rPr kumimoji="0" lang="en-US" altLang="ko-KR" sz="600" b="0" i="0" u="none" strike="noStrike" kern="1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Volume</a:t>
                      </a:r>
                    </a:p>
                    <a:p>
                      <a:pPr marL="88900" marR="0" lvl="0" indent="-74613" algn="l" defTabSz="654557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Pts val="300"/>
                        <a:buFont typeface="Wingdings"/>
                        <a:buChar char=""/>
                        <a:tabLst/>
                        <a:defRPr/>
                      </a:pPr>
                      <a:r>
                        <a:rPr kumimoji="0" lang="en-US" altLang="ko-KR" sz="600" b="0" i="0" u="none" strike="noStrike" kern="1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Eye Contact</a:t>
                      </a:r>
                    </a:p>
                    <a:p>
                      <a:pPr marL="88900" marR="0" lvl="0" indent="-74613" algn="l" defTabSz="654557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Pts val="300"/>
                        <a:buFont typeface="Wingdings"/>
                        <a:buChar char=""/>
                        <a:tabLst/>
                        <a:defRPr/>
                      </a:pPr>
                      <a:r>
                        <a:rPr kumimoji="0" lang="en-US" altLang="ko-KR" sz="600" b="0" i="0" u="none" strike="noStrike" kern="1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Energy</a:t>
                      </a:r>
                    </a:p>
                    <a:p>
                      <a:pPr marL="88900" marR="0" lvl="0" indent="-74613" algn="l" defTabSz="654557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Pts val="300"/>
                        <a:buFont typeface="Wingdings"/>
                        <a:buChar char=""/>
                        <a:tabLst/>
                        <a:defRPr/>
                      </a:pPr>
                      <a:r>
                        <a:rPr kumimoji="0" lang="en-US" altLang="ko-KR" sz="600" b="0" i="0" u="none" strike="noStrike" kern="1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Emotion</a:t>
                      </a:r>
                    </a:p>
                    <a:p>
                      <a:pPr marL="88900" marR="0" lvl="0" indent="-74613" algn="l" defTabSz="654557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Pts val="300"/>
                        <a:buFont typeface="Wingdings"/>
                        <a:buChar char=""/>
                        <a:tabLst/>
                        <a:defRPr/>
                      </a:pPr>
                      <a:r>
                        <a:rPr kumimoji="0" lang="en-US" altLang="ko-KR" sz="600" b="0" i="0" u="none" strike="noStrike" kern="1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Posture</a:t>
                      </a:r>
                    </a:p>
                    <a:p>
                      <a:pPr marL="88900" marR="0" lvl="0" indent="-74613" algn="l" defTabSz="654557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Pts val="300"/>
                        <a:buFont typeface="Wingdings"/>
                        <a:buChar char=""/>
                        <a:tabLst/>
                        <a:defRPr/>
                      </a:pPr>
                      <a:r>
                        <a:rPr kumimoji="0" lang="en-US" altLang="ko-KR" sz="600" b="0" i="0" u="none" strike="noStrike" kern="1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Body Language</a:t>
                      </a:r>
                    </a:p>
                    <a:p>
                      <a:pPr marL="88900" marR="0" lvl="0" indent="-74613" algn="l" defTabSz="654557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Pts val="300"/>
                        <a:buFont typeface="Wingdings"/>
                        <a:buChar char=""/>
                        <a:tabLst/>
                        <a:defRPr/>
                      </a:pPr>
                      <a:r>
                        <a:rPr kumimoji="0" lang="en-US" altLang="ko-KR" sz="600" b="0" i="0" u="none" strike="noStrike" kern="1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Gestures</a:t>
                      </a:r>
                      <a:endParaRPr kumimoji="0" lang="en-US" altLang="ko-KR" sz="600" b="0" i="0" u="none" strike="noStrike" kern="1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Arial" panose="020B0604020202020204" pitchFamily="34" charset="0"/>
                        <a:ea typeface="맑은 고딕"/>
                        <a:cs typeface="Arial" panose="020B0604020202020204" pitchFamily="34" charset="0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5E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0" fontAlgn="auto" latinLnBrk="0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2000" b="0" i="0" u="none" strike="noStrike" kern="1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Arial Black" panose="020B0A04020102020204" pitchFamily="34" charset="0"/>
                        <a:ea typeface="맑은 고딕"/>
                        <a:cs typeface="Times New Roman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5E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eaLnBrk="0" latinLnBrk="0" hangingPunct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800" kern="100" dirty="0">
                          <a:solidFill>
                            <a:schemeClr val="tx1"/>
                          </a:solidFill>
                          <a:effectLst/>
                          <a:latin typeface="Arial Narrow" panose="020B0606020202030204" pitchFamily="34" charset="0"/>
                        </a:rPr>
                        <a:t>Lots of eye contact and natural gestures and emotion.</a:t>
                      </a:r>
                      <a:endParaRPr lang="en-US" sz="800" kern="100" dirty="0">
                        <a:solidFill>
                          <a:schemeClr val="tx1"/>
                        </a:solidFill>
                        <a:effectLst/>
                        <a:latin typeface="Arial Narrow" panose="020B0606020202030204" pitchFamily="34" charset="0"/>
                        <a:ea typeface="맑은 고딕"/>
                        <a:cs typeface="Times New Roman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 eaLnBrk="0" latinLnBrk="0" hangingPunct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800" kern="100" dirty="0">
                          <a:solidFill>
                            <a:schemeClr val="tx1"/>
                          </a:solidFill>
                          <a:effectLst/>
                          <a:latin typeface="Arial Narrow" panose="020B0606020202030204" pitchFamily="34" charset="0"/>
                        </a:rPr>
                        <a:t>Some eye contact and gestures.</a:t>
                      </a:r>
                      <a:endParaRPr lang="en-US" sz="800" kern="100" dirty="0">
                        <a:solidFill>
                          <a:schemeClr val="tx1"/>
                        </a:solidFill>
                        <a:effectLst/>
                        <a:latin typeface="Arial Narrow" panose="020B0606020202030204" pitchFamily="34" charset="0"/>
                        <a:ea typeface="맑은 고딕"/>
                        <a:cs typeface="Times New Roman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 eaLnBrk="0" latinLnBrk="0" hangingPunct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800" kern="100" dirty="0">
                          <a:solidFill>
                            <a:schemeClr val="tx1"/>
                          </a:solidFill>
                          <a:effectLst/>
                          <a:latin typeface="Arial Narrow" panose="020B0606020202030204" pitchFamily="34" charset="0"/>
                        </a:rPr>
                        <a:t>Development of some eye contact and gestures.</a:t>
                      </a:r>
                      <a:endParaRPr lang="en-US" sz="800" kern="100" dirty="0">
                        <a:solidFill>
                          <a:schemeClr val="tx1"/>
                        </a:solidFill>
                        <a:effectLst/>
                        <a:latin typeface="Arial Narrow" panose="020B0606020202030204" pitchFamily="34" charset="0"/>
                        <a:ea typeface="맑은 고딕"/>
                        <a:cs typeface="Times New Roman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kern="100" dirty="0">
                          <a:solidFill>
                            <a:schemeClr val="tx1"/>
                          </a:solidFill>
                          <a:effectLst/>
                          <a:latin typeface="Arial Narrow" panose="020B0606020202030204" pitchFamily="34" charset="0"/>
                        </a:rPr>
                        <a:t>Still some nerves when speaking, but genuine effort given.</a:t>
                      </a:r>
                      <a:endParaRPr lang="en-US" sz="800" dirty="0">
                        <a:latin typeface="Arial Narrow" panose="020B0606020202030204" pitchFamily="34" charset="0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 eaLnBrk="0" latinLnBrk="0" hangingPunct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800" kern="100" dirty="0">
                          <a:solidFill>
                            <a:schemeClr val="tx1"/>
                          </a:solidFill>
                          <a:effectLst/>
                          <a:latin typeface="Arial Narrow" panose="020B0606020202030204" pitchFamily="34" charset="0"/>
                        </a:rPr>
                        <a:t>No eye contact.</a:t>
                      </a:r>
                    </a:p>
                    <a:p>
                      <a:pPr marL="0" marR="0" algn="ctr" eaLnBrk="0" latinLnBrk="0" hangingPunct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800" kern="100" dirty="0">
                          <a:solidFill>
                            <a:schemeClr val="tx1"/>
                          </a:solidFill>
                          <a:effectLst/>
                          <a:latin typeface="Arial Narrow" panose="020B0606020202030204" pitchFamily="34" charset="0"/>
                        </a:rPr>
                        <a:t>Too soft to hear.</a:t>
                      </a:r>
                      <a:endParaRPr lang="en-US" sz="800" kern="100" dirty="0">
                        <a:solidFill>
                          <a:schemeClr val="tx1"/>
                        </a:solidFill>
                        <a:effectLst/>
                        <a:latin typeface="Arial Narrow" panose="020B0606020202030204" pitchFamily="34" charset="0"/>
                        <a:ea typeface="맑은 고딕"/>
                        <a:cs typeface="Times New Roman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85467782"/>
                  </a:ext>
                </a:extLst>
              </a:tr>
              <a:tr h="0">
                <a:tc gridSpan="2">
                  <a:txBody>
                    <a:bodyPr/>
                    <a:lstStyle/>
                    <a:p>
                      <a:pPr marL="0" marR="0" indent="0" algn="ctr" defTabSz="65455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000" b="1" i="0" u="none" strike="noStrike" kern="100" cap="none" spc="0" normalizeH="0" baseline="0" noProof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uLnTx/>
                          <a:uFillTx/>
                          <a:latin typeface="Arial Black" panose="020B0A04020102020204" pitchFamily="34" charset="0"/>
                          <a:ea typeface="+mn-ea"/>
                          <a:cs typeface="+mn-cs"/>
                        </a:rPr>
                        <a:t>Content </a:t>
                      </a:r>
                      <a:r>
                        <a:rPr kumimoji="0" lang="ko-KR" altLang="en-US" sz="1000" b="1" i="0" u="none" strike="noStrike" kern="100" cap="none" spc="0" normalizeH="0" baseline="0" noProof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uLnTx/>
                          <a:uFillTx/>
                          <a:latin typeface="Arial Black" panose="020B0A04020102020204" pitchFamily="34" charset="0"/>
                          <a:ea typeface="+mn-ea"/>
                          <a:cs typeface="+mn-cs"/>
                        </a:rPr>
                        <a:t>내용</a:t>
                      </a:r>
                      <a:endParaRPr lang="en-US" altLang="ko-KR" sz="1200" b="1" dirty="0">
                        <a:solidFill>
                          <a:sysClr val="windowText" lastClr="000000"/>
                        </a:solidFill>
                        <a:latin typeface="Arial Narrow" panose="020B0606020202030204" pitchFamily="34" charset="0"/>
                        <a:cs typeface="Times New Roman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  <a:latin typeface="Arial Narrow" panose="020B0606020202030204" pitchFamily="34" charset="0"/>
                        <a:cs typeface="Times New Roman" pitchFamily="18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1111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 Narrow" panose="020B0606020202030204" pitchFamily="34" charset="0"/>
                          <a:cs typeface="Times New Roman" pitchFamily="18" charset="0"/>
                        </a:rPr>
                        <a:t>A+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5E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65455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dirty="0">
                          <a:solidFill>
                            <a:schemeClr val="tx1"/>
                          </a:solidFill>
                          <a:latin typeface="Arial Narrow" panose="020B0606020202030204" pitchFamily="34" charset="0"/>
                          <a:cs typeface="Times New Roman" pitchFamily="18" charset="0"/>
                        </a:rPr>
                        <a:t>A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5E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 Narrow" panose="020B0606020202030204" pitchFamily="34" charset="0"/>
                          <a:cs typeface="Times New Roman" pitchFamily="18" charset="0"/>
                        </a:rPr>
                        <a:t>B+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5E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 Narrow" panose="020B0606020202030204" pitchFamily="34" charset="0"/>
                          <a:cs typeface="Times New Roman" pitchFamily="18" charset="0"/>
                        </a:rPr>
                        <a:t>B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5E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 Narrow" panose="020B0606020202030204" pitchFamily="34" charset="0"/>
                          <a:cs typeface="Times New Roman" pitchFamily="18" charset="0"/>
                        </a:rPr>
                        <a:t>C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5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78140077"/>
                  </a:ext>
                </a:extLst>
              </a:tr>
              <a:tr h="576072">
                <a:tc>
                  <a:txBody>
                    <a:bodyPr/>
                    <a:lstStyle/>
                    <a:p>
                      <a:pPr marL="88900" marR="0" lvl="0" indent="-74613" algn="l" defTabSz="654557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Pts val="300"/>
                        <a:buFont typeface="Wingdings"/>
                        <a:buChar char=""/>
                        <a:tabLst/>
                        <a:defRPr/>
                      </a:pPr>
                      <a:r>
                        <a:rPr kumimoji="0" lang="en-US" altLang="ko-KR" sz="600" b="0" i="0" u="none" strike="noStrike" kern="1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Details</a:t>
                      </a:r>
                    </a:p>
                    <a:p>
                      <a:pPr marL="88900" marR="0" lvl="0" indent="-74613" algn="l" defTabSz="654557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Pts val="300"/>
                        <a:buFont typeface="Wingdings"/>
                        <a:buChar char=""/>
                        <a:tabLst/>
                        <a:defRPr/>
                      </a:pPr>
                      <a:r>
                        <a:rPr kumimoji="0" lang="en-US" altLang="ko-KR" sz="600" b="0" i="0" u="none" strike="noStrike" kern="1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Reasons &amp; Examples</a:t>
                      </a:r>
                    </a:p>
                    <a:p>
                      <a:pPr marL="88900" marR="0" lvl="0" indent="-74613" algn="l" defTabSz="654557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Pts val="300"/>
                        <a:buFont typeface="Wingdings"/>
                        <a:buChar char=""/>
                        <a:tabLst/>
                        <a:defRPr/>
                      </a:pPr>
                      <a:r>
                        <a:rPr kumimoji="0" lang="en-US" altLang="ko-KR" sz="600" b="0" i="0" u="none" strike="noStrike" kern="1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Organization</a:t>
                      </a:r>
                    </a:p>
                    <a:p>
                      <a:pPr marL="88900" marR="0" lvl="0" indent="-74613" algn="l" defTabSz="654557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Pts val="300"/>
                        <a:buFont typeface="Wingdings"/>
                        <a:buChar char=""/>
                        <a:tabLst/>
                        <a:defRPr/>
                      </a:pPr>
                      <a:r>
                        <a:rPr kumimoji="0" lang="en-US" altLang="ko-KR" sz="600" b="0" i="0" u="none" strike="noStrike" kern="1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Logic &amp; Relevance</a:t>
                      </a:r>
                    </a:p>
                    <a:p>
                      <a:pPr marL="88900" marR="0" lvl="0" indent="-74613" algn="l" defTabSz="654557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Pts val="300"/>
                        <a:buFont typeface="Wingdings"/>
                        <a:buChar char=""/>
                        <a:tabLst/>
                        <a:defRPr/>
                      </a:pPr>
                      <a:r>
                        <a:rPr kumimoji="0" lang="en-US" altLang="ko-KR" sz="600" b="0" i="0" u="none" strike="noStrike" kern="1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Level of Vocabulary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5E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0" fontAlgn="auto" latinLnBrk="0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Symbol"/>
                        <a:buNone/>
                        <a:tabLst/>
                        <a:defRPr/>
                      </a:pPr>
                      <a:endParaRPr kumimoji="0" lang="en-US" altLang="ko-KR" sz="2000" b="0" i="0" u="none" strike="noStrike" kern="1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Arial Black" panose="020B0A04020102020204" pitchFamily="34" charset="0"/>
                        <a:ea typeface="맑은 고딕"/>
                        <a:cs typeface="Times New Roman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5E7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115888" marR="0" lvl="0" indent="-115888" algn="l" eaLnBrk="0" latinLnBrk="0" hangingPunct="0"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Symbol"/>
                        <a:buChar char=""/>
                      </a:pPr>
                      <a:r>
                        <a:rPr lang="en-US" sz="800" kern="100" dirty="0">
                          <a:solidFill>
                            <a:schemeClr val="tx1"/>
                          </a:solidFill>
                          <a:effectLst/>
                          <a:latin typeface="Arial Narrow" panose="020B0606020202030204" pitchFamily="34" charset="0"/>
                        </a:rPr>
                        <a:t>Creative and interesting ideas</a:t>
                      </a:r>
                    </a:p>
                    <a:p>
                      <a:pPr marL="115888" marR="0" lvl="0" indent="-115888" algn="l" eaLnBrk="0" latinLnBrk="0" hangingPunct="0"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Symbol"/>
                        <a:buChar char=""/>
                      </a:pPr>
                      <a:r>
                        <a:rPr lang="en-US" sz="800" kern="100" dirty="0">
                          <a:solidFill>
                            <a:schemeClr val="tx1"/>
                          </a:solidFill>
                          <a:effectLst/>
                          <a:latin typeface="Arial Narrow" panose="020B0606020202030204" pitchFamily="34" charset="0"/>
                        </a:rPr>
                        <a:t>Logical arguments</a:t>
                      </a:r>
                    </a:p>
                    <a:p>
                      <a:pPr marL="115888" marR="0" lvl="0" indent="-115888" algn="l" eaLnBrk="0" latinLnBrk="0" hangingPunct="0"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Symbol"/>
                        <a:buChar char=""/>
                      </a:pPr>
                      <a:r>
                        <a:rPr lang="en-US" sz="800" kern="100" dirty="0">
                          <a:solidFill>
                            <a:schemeClr val="tx1"/>
                          </a:solidFill>
                          <a:effectLst/>
                          <a:latin typeface="Arial Narrow" panose="020B0606020202030204" pitchFamily="34" charset="0"/>
                        </a:rPr>
                        <a:t>Effective use of details &amp; examples</a:t>
                      </a:r>
                    </a:p>
                    <a:p>
                      <a:pPr marL="115888" marR="0" lvl="0" indent="-115888" algn="l" eaLnBrk="0" latinLnBrk="0" hangingPunct="0"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Symbol"/>
                        <a:buChar char=""/>
                      </a:pPr>
                      <a:r>
                        <a:rPr lang="en-US" sz="800" kern="100" dirty="0">
                          <a:solidFill>
                            <a:schemeClr val="tx1"/>
                          </a:solidFill>
                          <a:effectLst/>
                          <a:latin typeface="Arial Narrow" panose="020B0606020202030204" pitchFamily="34" charset="0"/>
                        </a:rPr>
                        <a:t>Use of advanced vocabulary</a:t>
                      </a:r>
                      <a:endParaRPr lang="en-US" sz="800" kern="100" dirty="0">
                        <a:solidFill>
                          <a:schemeClr val="tx1"/>
                        </a:solidFill>
                        <a:effectLst/>
                        <a:latin typeface="Arial Narrow" panose="020B0606020202030204" pitchFamily="34" charset="0"/>
                        <a:ea typeface="맑은 고딕"/>
                        <a:cs typeface="Times New Roman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2">
                  <a:txBody>
                    <a:bodyPr/>
                    <a:lstStyle/>
                    <a:p>
                      <a:pPr marL="115888" marR="0" lvl="0" indent="-115888" algn="l" eaLnBrk="0" latinLnBrk="0" hangingPunct="0"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Symbol"/>
                        <a:buChar char=""/>
                      </a:pPr>
                      <a:r>
                        <a:rPr lang="en-US" sz="800" kern="100" dirty="0">
                          <a:solidFill>
                            <a:schemeClr val="tx1"/>
                          </a:solidFill>
                          <a:effectLst/>
                          <a:latin typeface="Arial Narrow" panose="020B0606020202030204" pitchFamily="34" charset="0"/>
                        </a:rPr>
                        <a:t>Relevant and accurate information</a:t>
                      </a:r>
                    </a:p>
                    <a:p>
                      <a:pPr marL="115888" marR="0" lvl="0" indent="-115888" algn="l" eaLnBrk="0" latinLnBrk="0" hangingPunct="0"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Symbol"/>
                        <a:buChar char=""/>
                      </a:pPr>
                      <a:r>
                        <a:rPr lang="en-US" sz="800" kern="100" dirty="0">
                          <a:solidFill>
                            <a:schemeClr val="tx1"/>
                          </a:solidFill>
                          <a:effectLst/>
                          <a:latin typeface="Arial Narrow" panose="020B0606020202030204" pitchFamily="34" charset="0"/>
                        </a:rPr>
                        <a:t>Development of vocabulary</a:t>
                      </a:r>
                      <a:endParaRPr lang="en-US" sz="800" kern="100" dirty="0">
                        <a:solidFill>
                          <a:schemeClr val="tx1"/>
                        </a:solidFill>
                        <a:effectLst/>
                        <a:latin typeface="Arial Narrow" panose="020B0606020202030204" pitchFamily="34" charset="0"/>
                        <a:ea typeface="맑은 고딕"/>
                        <a:cs typeface="Times New Roman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 eaLnBrk="0" latinLnBrk="0" hangingPunct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800" kern="100" dirty="0">
                          <a:solidFill>
                            <a:schemeClr val="tx1"/>
                          </a:solidFill>
                          <a:effectLst/>
                          <a:latin typeface="Arial Narrow" panose="020B0606020202030204" pitchFamily="34" charset="0"/>
                        </a:rPr>
                        <a:t>No details or examples (single worded answers)</a:t>
                      </a:r>
                      <a:endParaRPr lang="en-US" sz="800" kern="100" dirty="0">
                        <a:solidFill>
                          <a:schemeClr val="tx1"/>
                        </a:solidFill>
                        <a:effectLst/>
                        <a:latin typeface="Arial Narrow" panose="020B0606020202030204" pitchFamily="34" charset="0"/>
                        <a:ea typeface="맑은 고딕"/>
                        <a:cs typeface="Times New Roman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27788360"/>
                  </a:ext>
                </a:extLst>
              </a:tr>
              <a:tr h="0">
                <a:tc gridSpan="2">
                  <a:txBody>
                    <a:bodyPr/>
                    <a:lstStyle/>
                    <a:p>
                      <a:pPr marL="0" marR="0" lvl="0" indent="0" algn="ctr" defTabSz="65455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000" b="1" i="0" u="none" strike="noStrike" kern="100" cap="none" spc="0" normalizeH="0" baseline="0" noProof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uLnTx/>
                          <a:uFillTx/>
                          <a:latin typeface="Arial Black" panose="020B0A04020102020204" pitchFamily="34" charset="0"/>
                          <a:ea typeface="+mn-ea"/>
                          <a:cs typeface="+mn-cs"/>
                        </a:rPr>
                        <a:t>Overall Effort </a:t>
                      </a:r>
                      <a:r>
                        <a:rPr kumimoji="0" lang="ko-KR" altLang="en-US" sz="1000" b="1" i="0" u="none" strike="noStrike" kern="100" cap="none" spc="0" normalizeH="0" baseline="0" noProof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uLnTx/>
                          <a:uFillTx/>
                          <a:latin typeface="Arial Black" panose="020B0A04020102020204" pitchFamily="34" charset="0"/>
                          <a:ea typeface="+mn-ea"/>
                          <a:cs typeface="+mn-cs"/>
                        </a:rPr>
                        <a:t>준비도</a:t>
                      </a:r>
                      <a:endParaRPr kumimoji="0" lang="en-US" altLang="ko-KR" sz="1000" b="1" i="0" u="none" strike="noStrike" kern="100" cap="none" spc="0" normalizeH="0" baseline="0" noProof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uLnTx/>
                        <a:uFillTx/>
                        <a:latin typeface="Arial Black" panose="020B0A04020102020204" pitchFamily="34" charset="0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  <a:latin typeface="Arial Narrow" panose="020B0606020202030204" pitchFamily="34" charset="0"/>
                        <a:cs typeface="Times New Roman" pitchFamily="18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1111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 Narrow" panose="020B0606020202030204" pitchFamily="34" charset="0"/>
                          <a:cs typeface="Times New Roman" pitchFamily="18" charset="0"/>
                        </a:rPr>
                        <a:t>A+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5E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65455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dirty="0">
                          <a:solidFill>
                            <a:schemeClr val="tx1"/>
                          </a:solidFill>
                          <a:latin typeface="Arial Narrow" panose="020B0606020202030204" pitchFamily="34" charset="0"/>
                          <a:cs typeface="Times New Roman" pitchFamily="18" charset="0"/>
                        </a:rPr>
                        <a:t>A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5E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 Narrow" panose="020B0606020202030204" pitchFamily="34" charset="0"/>
                          <a:cs typeface="Times New Roman" pitchFamily="18" charset="0"/>
                        </a:rPr>
                        <a:t>B+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5E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 Narrow" panose="020B0606020202030204" pitchFamily="34" charset="0"/>
                          <a:cs typeface="Times New Roman" pitchFamily="18" charset="0"/>
                        </a:rPr>
                        <a:t>B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5E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 Narrow" panose="020B0606020202030204" pitchFamily="34" charset="0"/>
                          <a:cs typeface="Times New Roman" pitchFamily="18" charset="0"/>
                        </a:rPr>
                        <a:t>C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5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00308720"/>
                  </a:ext>
                </a:extLst>
              </a:tr>
              <a:tr h="576072">
                <a:tc>
                  <a:txBody>
                    <a:bodyPr/>
                    <a:lstStyle/>
                    <a:p>
                      <a:pPr marL="88900" marR="0" lvl="0" indent="-74613" algn="l" defTabSz="654557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Pts val="300"/>
                        <a:buFont typeface="Wingdings"/>
                        <a:buChar char=""/>
                        <a:tabLst/>
                        <a:defRPr/>
                      </a:pPr>
                      <a:r>
                        <a:rPr kumimoji="0" lang="en-US" altLang="ko-KR" sz="600" b="0" i="0" u="none" strike="noStrike" kern="1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Effort</a:t>
                      </a:r>
                    </a:p>
                    <a:p>
                      <a:pPr marL="88900" marR="0" lvl="0" indent="-74613" algn="l" defTabSz="654557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Pts val="300"/>
                        <a:buFont typeface="Wingdings"/>
                        <a:buChar char=""/>
                        <a:tabLst/>
                        <a:defRPr/>
                      </a:pPr>
                      <a:r>
                        <a:rPr kumimoji="0" lang="en-US" altLang="ko-KR" sz="600" b="0" i="0" u="none" strike="noStrike" kern="1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Prepared</a:t>
                      </a:r>
                    </a:p>
                    <a:p>
                      <a:pPr marL="88900" marR="0" lvl="0" indent="-74613" algn="l" defTabSz="654557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Pts val="300"/>
                        <a:buFont typeface="Wingdings"/>
                        <a:buChar char=""/>
                        <a:tabLst/>
                        <a:defRPr/>
                      </a:pPr>
                      <a:r>
                        <a:rPr kumimoji="0" lang="en-US" altLang="ko-KR" sz="600" b="0" i="0" u="none" strike="noStrike" kern="1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Memorization</a:t>
                      </a:r>
                    </a:p>
                    <a:p>
                      <a:pPr marL="88900" marR="0" lvl="0" indent="-74613" algn="l" defTabSz="654557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Pts val="300"/>
                        <a:buFont typeface="Wingdings"/>
                        <a:buChar char=""/>
                        <a:tabLst/>
                        <a:defRPr/>
                      </a:pPr>
                      <a:r>
                        <a:rPr kumimoji="0" lang="en-US" altLang="ko-KR" sz="600" b="0" i="0" u="none" strike="noStrike" kern="1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Visual Aids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5E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2000" b="0" i="0" u="none" strike="noStrike" kern="1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Arial Black" panose="020B0A04020102020204" pitchFamily="34" charset="0"/>
                        <a:ea typeface="맑은 고딕"/>
                        <a:cs typeface="Times New Roman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5E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latinLnBrk="0"/>
                      <a:r>
                        <a:rPr lang="en-US" sz="800" kern="100" dirty="0">
                          <a:effectLst/>
                          <a:latin typeface="Arial Narrow" panose="020B0606020202030204" pitchFamily="34" charset="0"/>
                          <a:ea typeface="Malgun Gothic" panose="020B0503020000020004" pitchFamily="34" charset="-127"/>
                          <a:cs typeface="Calibri" panose="020F0502020204030204" pitchFamily="34" charset="0"/>
                        </a:rPr>
                        <a:t>A great amount of effort has been put in.</a:t>
                      </a:r>
                      <a:endParaRPr lang="en-US" sz="800" kern="100" dirty="0">
                        <a:effectLst/>
                        <a:latin typeface="Arial Narrow" panose="020B0606020202030204" pitchFamily="34" charset="0"/>
                        <a:ea typeface="Malgun Gothic" panose="020B0503020000020004" pitchFamily="34" charset="-127"/>
                        <a:cs typeface="Times New Roman" panose="02020603050405020304" pitchFamily="18" charset="0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 latinLnBrk="0"/>
                      <a:r>
                        <a:rPr lang="en-US" sz="800" kern="100" dirty="0">
                          <a:effectLst/>
                          <a:latin typeface="Arial Narrow" panose="020B0606020202030204" pitchFamily="34" charset="0"/>
                          <a:ea typeface="Malgun Gothic" panose="020B0503020000020004" pitchFamily="34" charset="-127"/>
                          <a:cs typeface="Calibri" panose="020F0502020204030204" pitchFamily="34" charset="0"/>
                        </a:rPr>
                        <a:t>A good amount of effort has been put in.</a:t>
                      </a:r>
                      <a:endParaRPr lang="en-US" sz="800" kern="100" dirty="0">
                        <a:effectLst/>
                        <a:latin typeface="Arial Narrow" panose="020B0606020202030204" pitchFamily="34" charset="0"/>
                        <a:ea typeface="Malgun Gothic" panose="020B0503020000020004" pitchFamily="34" charset="-127"/>
                        <a:cs typeface="Times New Roman" panose="02020603050405020304" pitchFamily="18" charset="0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 latinLnBrk="0"/>
                      <a:r>
                        <a:rPr lang="en-US" sz="800" kern="100" dirty="0">
                          <a:effectLst/>
                          <a:latin typeface="Arial Narrow" panose="020B0606020202030204" pitchFamily="34" charset="0"/>
                          <a:ea typeface="Malgun Gothic" panose="020B0503020000020004" pitchFamily="34" charset="-127"/>
                          <a:cs typeface="Calibri" panose="020F0502020204030204" pitchFamily="34" charset="0"/>
                        </a:rPr>
                        <a:t>Some effort has been put in.</a:t>
                      </a:r>
                      <a:endParaRPr lang="en-US" sz="800" kern="100" dirty="0">
                        <a:effectLst/>
                        <a:latin typeface="Arial Narrow" panose="020B0606020202030204" pitchFamily="34" charset="0"/>
                        <a:ea typeface="Malgun Gothic" panose="020B0503020000020004" pitchFamily="34" charset="-127"/>
                        <a:cs typeface="Times New Roman" panose="02020603050405020304" pitchFamily="18" charset="0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 latinLnBrk="0"/>
                      <a:r>
                        <a:rPr lang="en-US" sz="800" kern="100" dirty="0">
                          <a:effectLst/>
                          <a:latin typeface="Arial Narrow" panose="020B0606020202030204" pitchFamily="34" charset="0"/>
                          <a:ea typeface="Malgun Gothic" panose="020B0503020000020004" pitchFamily="34" charset="-127"/>
                          <a:cs typeface="Calibri" panose="020F0502020204030204" pitchFamily="34" charset="0"/>
                        </a:rPr>
                        <a:t>Little effort has been put in.</a:t>
                      </a:r>
                      <a:endParaRPr lang="en-US" sz="800" kern="100" dirty="0">
                        <a:effectLst/>
                        <a:latin typeface="Arial Narrow" panose="020B0606020202030204" pitchFamily="34" charset="0"/>
                        <a:ea typeface="Malgun Gothic" panose="020B0503020000020004" pitchFamily="34" charset="-127"/>
                        <a:cs typeface="Times New Roman" panose="02020603050405020304" pitchFamily="18" charset="0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 latinLnBrk="0"/>
                      <a:r>
                        <a:rPr lang="en-US" sz="800" kern="100" dirty="0">
                          <a:effectLst/>
                          <a:latin typeface="Arial Narrow" panose="020B0606020202030204" pitchFamily="34" charset="0"/>
                          <a:ea typeface="Malgun Gothic" panose="020B0503020000020004" pitchFamily="34" charset="-127"/>
                          <a:cs typeface="Calibri" panose="020F0502020204030204" pitchFamily="34" charset="0"/>
                        </a:rPr>
                        <a:t>No effort </a:t>
                      </a:r>
                      <a:r>
                        <a:rPr lang="en-US" sz="800" kern="100">
                          <a:effectLst/>
                          <a:latin typeface="Arial Narrow" panose="020B0606020202030204" pitchFamily="34" charset="0"/>
                          <a:ea typeface="Malgun Gothic" panose="020B0503020000020004" pitchFamily="34" charset="-127"/>
                          <a:cs typeface="Calibri" panose="020F0502020204030204" pitchFamily="34" charset="0"/>
                        </a:rPr>
                        <a:t>has been</a:t>
                      </a:r>
                    </a:p>
                    <a:p>
                      <a:pPr marL="0" marR="0" algn="ctr" latinLnBrk="0"/>
                      <a:r>
                        <a:rPr lang="en-US" sz="800" kern="100">
                          <a:effectLst/>
                          <a:latin typeface="Arial Narrow" panose="020B0606020202030204" pitchFamily="34" charset="0"/>
                          <a:ea typeface="Malgun Gothic" panose="020B0503020000020004" pitchFamily="34" charset="-127"/>
                          <a:cs typeface="Calibri" panose="020F0502020204030204" pitchFamily="34" charset="0"/>
                        </a:rPr>
                        <a:t>put </a:t>
                      </a:r>
                      <a:r>
                        <a:rPr lang="en-US" sz="800" kern="100" dirty="0">
                          <a:effectLst/>
                          <a:latin typeface="Arial Narrow" panose="020B0606020202030204" pitchFamily="34" charset="0"/>
                          <a:ea typeface="Malgun Gothic" panose="020B0503020000020004" pitchFamily="34" charset="-127"/>
                          <a:cs typeface="Calibri" panose="020F0502020204030204" pitchFamily="34" charset="0"/>
                        </a:rPr>
                        <a:t>in.</a:t>
                      </a:r>
                      <a:endParaRPr lang="en-US" sz="800" kern="100" dirty="0">
                        <a:effectLst/>
                        <a:latin typeface="Arial Narrow" panose="020B0606020202030204" pitchFamily="34" charset="0"/>
                        <a:ea typeface="Malgun Gothic" panose="020B0503020000020004" pitchFamily="34" charset="-127"/>
                        <a:cs typeface="Times New Roman" panose="02020603050405020304" pitchFamily="18" charset="0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79597219"/>
                  </a:ext>
                </a:extLst>
              </a:tr>
            </a:tbl>
          </a:graphicData>
        </a:graphic>
      </p:graphicFrame>
      <p:grpSp>
        <p:nvGrpSpPr>
          <p:cNvPr id="10" name="Report_Header">
            <a:extLst>
              <a:ext uri="{FF2B5EF4-FFF2-40B4-BE49-F238E27FC236}">
                <a16:creationId xmlns:a16="http://schemas.microsoft.com/office/drawing/2014/main" id="{AF78C68F-973E-07EF-16C4-B25B3519B5FA}"/>
              </a:ext>
            </a:extLst>
          </p:cNvPr>
          <p:cNvGrpSpPr/>
          <p:nvPr/>
        </p:nvGrpSpPr>
        <p:grpSpPr>
          <a:xfrm>
            <a:off x="1295400" y="183722"/>
            <a:ext cx="5334051" cy="1811678"/>
            <a:chOff x="1295400" y="183722"/>
            <a:chExt cx="5334051" cy="1811678"/>
          </a:xfrm>
        </p:grpSpPr>
        <p:sp>
          <p:nvSpPr>
            <p:cNvPr id="11" name="Overall_Grade">
              <a:extLst>
                <a:ext uri="{FF2B5EF4-FFF2-40B4-BE49-F238E27FC236}">
                  <a16:creationId xmlns:a16="http://schemas.microsoft.com/office/drawing/2014/main" id="{B41FD8A3-4F90-4F7F-0768-9E91A6581180}"/>
                </a:ext>
              </a:extLst>
            </p:cNvPr>
            <p:cNvSpPr txBox="1"/>
            <p:nvPr/>
          </p:nvSpPr>
          <p:spPr>
            <a:xfrm>
              <a:off x="5243513" y="1345377"/>
              <a:ext cx="138593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endParaRPr lang="ko-KR" altLang="en-US" sz="2400" b="1" dirty="0">
                <a:latin typeface="Arial Black" panose="020B0A04020102020204" pitchFamily="34" charset="0"/>
              </a:endParaRPr>
            </a:p>
          </p:txBody>
        </p:sp>
        <p:sp>
          <p:nvSpPr>
            <p:cNvPr id="12" name="Korean_Teacher">
              <a:extLst>
                <a:ext uri="{FF2B5EF4-FFF2-40B4-BE49-F238E27FC236}">
                  <a16:creationId xmlns:a16="http://schemas.microsoft.com/office/drawing/2014/main" id="{FCB018D6-C08F-20D4-36B4-94B541BCF619}"/>
                </a:ext>
              </a:extLst>
            </p:cNvPr>
            <p:cNvSpPr txBox="1"/>
            <p:nvPr/>
          </p:nvSpPr>
          <p:spPr>
            <a:xfrm>
              <a:off x="4219576" y="1687622"/>
              <a:ext cx="952500" cy="307777"/>
            </a:xfrm>
            <a:prstGeom prst="rect">
              <a:avLst/>
            </a:prstGeom>
            <a:noFill/>
          </p:spPr>
          <p:txBody>
            <a:bodyPr wrap="square" lIns="0" tIns="18288" rIns="18288" bIns="18288" rtlCol="0" anchor="ctr" anchorCtr="0">
              <a:normAutofit/>
            </a:bodyPr>
            <a:lstStyle/>
            <a:p>
              <a:endParaRPr lang="ko-KR" altLang="en-US" sz="14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3" name="Native_Teacher">
              <a:extLst>
                <a:ext uri="{FF2B5EF4-FFF2-40B4-BE49-F238E27FC236}">
                  <a16:creationId xmlns:a16="http://schemas.microsoft.com/office/drawing/2014/main" id="{5C6FD8AC-D537-49DB-9C11-0A779C51B317}"/>
                </a:ext>
              </a:extLst>
            </p:cNvPr>
            <p:cNvSpPr txBox="1"/>
            <p:nvPr/>
          </p:nvSpPr>
          <p:spPr>
            <a:xfrm>
              <a:off x="1295400" y="1687622"/>
              <a:ext cx="1690686" cy="307778"/>
            </a:xfrm>
            <a:prstGeom prst="rect">
              <a:avLst/>
            </a:prstGeom>
            <a:noFill/>
          </p:spPr>
          <p:txBody>
            <a:bodyPr wrap="square" lIns="0" tIns="18288" rIns="18288" bIns="18288" rtlCol="0" anchor="ctr">
              <a:normAutofit/>
            </a:bodyPr>
            <a:lstStyle/>
            <a:p>
              <a:endParaRPr lang="ko-KR" altLang="en-US" sz="14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4" name="Korean_Name">
              <a:extLst>
                <a:ext uri="{FF2B5EF4-FFF2-40B4-BE49-F238E27FC236}">
                  <a16:creationId xmlns:a16="http://schemas.microsoft.com/office/drawing/2014/main" id="{9E484B32-4FD0-5E5E-F716-4F4627F45491}"/>
                </a:ext>
              </a:extLst>
            </p:cNvPr>
            <p:cNvSpPr txBox="1"/>
            <p:nvPr/>
          </p:nvSpPr>
          <p:spPr>
            <a:xfrm>
              <a:off x="4219576" y="1309881"/>
              <a:ext cx="952500" cy="307777"/>
            </a:xfrm>
            <a:prstGeom prst="rect">
              <a:avLst/>
            </a:prstGeom>
            <a:noFill/>
          </p:spPr>
          <p:txBody>
            <a:bodyPr wrap="square" lIns="0" tIns="18288" rIns="18288" bIns="18288" rtlCol="0" anchor="ctr" anchorCtr="0">
              <a:normAutofit/>
            </a:bodyPr>
            <a:lstStyle/>
            <a:p>
              <a:endParaRPr lang="ko-KR" altLang="en-US" sz="14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5" name="English_Name">
              <a:extLst>
                <a:ext uri="{FF2B5EF4-FFF2-40B4-BE49-F238E27FC236}">
                  <a16:creationId xmlns:a16="http://schemas.microsoft.com/office/drawing/2014/main" id="{A8BB4368-1D71-E910-1597-0AB71C1BFD9C}"/>
                </a:ext>
              </a:extLst>
            </p:cNvPr>
            <p:cNvSpPr txBox="1"/>
            <p:nvPr/>
          </p:nvSpPr>
          <p:spPr>
            <a:xfrm>
              <a:off x="1295400" y="1309881"/>
              <a:ext cx="1690688" cy="307777"/>
            </a:xfrm>
            <a:prstGeom prst="rect">
              <a:avLst/>
            </a:prstGeom>
            <a:noFill/>
          </p:spPr>
          <p:txBody>
            <a:bodyPr wrap="square" lIns="0" tIns="18288" rIns="18288" bIns="18288" rtlCol="0" anchor="ctr" anchorCtr="0">
              <a:normAutofit/>
            </a:bodyPr>
            <a:lstStyle/>
            <a:p>
              <a:endParaRPr lang="ko-KR" altLang="en-US" sz="14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6" name="Grade_Level">
              <a:extLst>
                <a:ext uri="{FF2B5EF4-FFF2-40B4-BE49-F238E27FC236}">
                  <a16:creationId xmlns:a16="http://schemas.microsoft.com/office/drawing/2014/main" id="{2D2A13BC-999A-A688-DD4E-73CE95310090}"/>
                </a:ext>
              </a:extLst>
            </p:cNvPr>
            <p:cNvSpPr txBox="1"/>
            <p:nvPr/>
          </p:nvSpPr>
          <p:spPr>
            <a:xfrm>
              <a:off x="5261983" y="671348"/>
              <a:ext cx="1224693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ko-KR" sz="1400" b="1" dirty="0">
                  <a:latin typeface="Arial Narrow" panose="020B0606020202030204" pitchFamily="34" charset="0"/>
                </a:rPr>
                <a:t>E# Level</a:t>
              </a:r>
              <a:endParaRPr lang="ko-KR" altLang="en-US" sz="1400" b="1" dirty="0">
                <a:latin typeface="Arial Narrow" panose="020B0606020202030204" pitchFamily="34" charset="0"/>
              </a:endParaRPr>
            </a:p>
          </p:txBody>
        </p:sp>
        <p:sp>
          <p:nvSpPr>
            <p:cNvPr id="17" name="Eval_Date">
              <a:extLst>
                <a:ext uri="{FF2B5EF4-FFF2-40B4-BE49-F238E27FC236}">
                  <a16:creationId xmlns:a16="http://schemas.microsoft.com/office/drawing/2014/main" id="{F062C7C1-5D57-DFEB-F837-A91DC5B7BB3D}"/>
                </a:ext>
              </a:extLst>
            </p:cNvPr>
            <p:cNvSpPr txBox="1">
              <a:spLocks/>
            </p:cNvSpPr>
            <p:nvPr/>
          </p:nvSpPr>
          <p:spPr>
            <a:xfrm>
              <a:off x="4897169" y="183722"/>
              <a:ext cx="1588773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ko-KR" sz="1400" b="1" dirty="0">
                  <a:latin typeface="Arial Narrow" panose="020B0606020202030204" pitchFamily="34" charset="0"/>
                </a:rPr>
                <a:t>Month Year</a:t>
              </a:r>
              <a:endParaRPr lang="ko-KR" altLang="en-US" sz="1400" b="1" dirty="0">
                <a:latin typeface="Arial Narrow" panose="020B060602020203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51336629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mments"/>
          <p:cNvSpPr txBox="1"/>
          <p:nvPr/>
        </p:nvSpPr>
        <p:spPr>
          <a:xfrm>
            <a:off x="223802" y="1703883"/>
            <a:ext cx="6410396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indent="0" algn="just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500" dirty="0">
                <a:solidFill>
                  <a:schemeClr val="tx1"/>
                </a:solidFill>
                <a:latin typeface="Just Another Hand" panose="02000506000000020003" pitchFamily="2" charset="0"/>
                <a:ea typeface="A little sunshine" panose="02000603000000000000" pitchFamily="2" charset="0"/>
                <a:cs typeface="Arial" panose="020B0604020202020204" pitchFamily="34" charset="0"/>
              </a:rPr>
              <a:t>Comment</a:t>
            </a:r>
          </a:p>
        </p:txBody>
      </p:sp>
    </p:spTree>
    <p:extLst>
      <p:ext uri="{BB962C8B-B14F-4D97-AF65-F5344CB8AC3E}">
        <p14:creationId xmlns:p14="http://schemas.microsoft.com/office/powerpoint/2010/main" val="586895683"/>
      </p:ext>
    </p:extLst>
  </p:cSld>
  <p:clrMapOvr>
    <a:masterClrMapping/>
  </p:clrMapOvr>
</p:sld>
</file>

<file path=ppt/theme/theme1.xml><?xml version="1.0" encoding="utf-8"?>
<a:theme xmlns:a="http://schemas.openxmlformats.org/drawingml/2006/main" name="Master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261</TotalTime>
  <Words>357</Words>
  <Application>Microsoft Office PowerPoint</Application>
  <PresentationFormat>A4 Paper (210x297 mm)</PresentationFormat>
  <Paragraphs>110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10" baseType="lpstr">
      <vt:lpstr>Arial</vt:lpstr>
      <vt:lpstr>Calibri</vt:lpstr>
      <vt:lpstr>Arial Black</vt:lpstr>
      <vt:lpstr>Wingdings</vt:lpstr>
      <vt:lpstr>Just Another Hand</vt:lpstr>
      <vt:lpstr>Arial Narrow</vt:lpstr>
      <vt:lpstr>Symbol</vt:lpstr>
      <vt:lpstr>Master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user</dc:creator>
  <cp:lastModifiedBy>Warren Feltmate</cp:lastModifiedBy>
  <cp:revision>30</cp:revision>
  <cp:lastPrinted>2026-01-30T07:03:06Z</cp:lastPrinted>
  <dcterms:created xsi:type="dcterms:W3CDTF">2026-01-30T03:11:47Z</dcterms:created>
  <dcterms:modified xsi:type="dcterms:W3CDTF">2026-02-07T15:28:13Z</dcterms:modified>
</cp:coreProperties>
</file>