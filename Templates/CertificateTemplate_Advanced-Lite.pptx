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sldIdLst>
    <p:sldId id="258" r:id="rId2"/>
    <p:sldId id="261" r:id="rId3"/>
  </p:sldIdLst>
  <p:sldSz cx="6858000" cy="9906000" type="A4"/>
  <p:notesSz cx="6735763" cy="9866313"/>
  <p:embeddedFontLst>
    <p:embeddedFont>
      <p:font typeface="Arial Black" panose="020B0A04020102020204" pitchFamily="34" charset="0"/>
      <p:bold r:id="rId4"/>
    </p:embeddedFont>
    <p:embeddedFont>
      <p:font typeface="Arial Narrow" panose="020B0606020202030204" pitchFamily="34" charset="0"/>
      <p:regular r:id="rId5"/>
      <p:bold r:id="rId6"/>
      <p:italic r:id="rId7"/>
      <p:boldItalic r:id="rId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B11116"/>
    <a:srgbClr val="E5E5E7"/>
    <a:srgbClr val="D6D6D8"/>
    <a:srgbClr val="6D6E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B855BC-FE24-4295-99AB-52C3004E8D7D}" v="1" dt="2026-02-03T03:58:50.1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5395" autoAdjust="0"/>
    <p:restoredTop sz="94660"/>
  </p:normalViewPr>
  <p:slideViewPr>
    <p:cSldViewPr snapToGrid="0">
      <p:cViewPr>
        <p:scale>
          <a:sx n="190" d="100"/>
          <a:sy n="190" d="100"/>
        </p:scale>
        <p:origin x="1570" y="-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font" Target="fonts/font4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heme" Target="theme/theme1.xml"/><Relationship Id="rId5" Type="http://schemas.openxmlformats.org/officeDocument/2006/relationships/font" Target="fonts/font2.fntdata"/><Relationship Id="rId10" Type="http://schemas.openxmlformats.org/officeDocument/2006/relationships/viewProps" Target="viewProps.xml"/><Relationship Id="rId4" Type="http://schemas.openxmlformats.org/officeDocument/2006/relationships/font" Target="fonts/font1.fntdata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rren Feltmate" userId="06ccb0c333b4239d" providerId="LiveId" clId="{03AE7F1B-5448-4088-B76F-C7E50547C3EB}"/>
    <pc:docChg chg="custSel modSld delMainMaster modMainMaster">
      <pc:chgData name="Warren Feltmate" userId="06ccb0c333b4239d" providerId="LiveId" clId="{03AE7F1B-5448-4088-B76F-C7E50547C3EB}" dt="2026-02-03T03:59:15.329" v="7" actId="478"/>
      <pc:docMkLst>
        <pc:docMk/>
      </pc:docMkLst>
      <pc:sldChg chg="addSp modSp">
        <pc:chgData name="Warren Feltmate" userId="06ccb0c333b4239d" providerId="LiveId" clId="{03AE7F1B-5448-4088-B76F-C7E50547C3EB}" dt="2026-02-03T03:58:50.119" v="2"/>
        <pc:sldMkLst>
          <pc:docMk/>
          <pc:sldMk cId="513366292" sldId="258"/>
        </pc:sldMkLst>
        <pc:spChg chg="add mod">
          <ac:chgData name="Warren Feltmate" userId="06ccb0c333b4239d" providerId="LiveId" clId="{03AE7F1B-5448-4088-B76F-C7E50547C3EB}" dt="2026-02-03T03:58:50.119" v="2"/>
          <ac:spMkLst>
            <pc:docMk/>
            <pc:sldMk cId="513366292" sldId="258"/>
            <ac:spMk id="2" creationId="{4FA47C36-DC8A-6174-EBE2-958DA351B211}"/>
          </ac:spMkLst>
        </pc:spChg>
        <pc:spChg chg="add mod">
          <ac:chgData name="Warren Feltmate" userId="06ccb0c333b4239d" providerId="LiveId" clId="{03AE7F1B-5448-4088-B76F-C7E50547C3EB}" dt="2026-02-03T03:58:50.119" v="2"/>
          <ac:spMkLst>
            <pc:docMk/>
            <pc:sldMk cId="513366292" sldId="258"/>
            <ac:spMk id="3" creationId="{C2FD7549-F519-120D-9DE5-C4E8E69DE57A}"/>
          </ac:spMkLst>
        </pc:spChg>
        <pc:spChg chg="mod">
          <ac:chgData name="Warren Feltmate" userId="06ccb0c333b4239d" providerId="LiveId" clId="{03AE7F1B-5448-4088-B76F-C7E50547C3EB}" dt="2026-02-03T03:58:50.119" v="2"/>
          <ac:spMkLst>
            <pc:docMk/>
            <pc:sldMk cId="513366292" sldId="258"/>
            <ac:spMk id="5" creationId="{3A5270B4-4B7C-D0F4-7407-16404675534D}"/>
          </ac:spMkLst>
        </pc:spChg>
        <pc:spChg chg="mod">
          <ac:chgData name="Warren Feltmate" userId="06ccb0c333b4239d" providerId="LiveId" clId="{03AE7F1B-5448-4088-B76F-C7E50547C3EB}" dt="2026-02-03T03:58:50.119" v="2"/>
          <ac:spMkLst>
            <pc:docMk/>
            <pc:sldMk cId="513366292" sldId="258"/>
            <ac:spMk id="6" creationId="{0EA70C9E-6B44-01DE-3FAD-12D4C491409A}"/>
          </ac:spMkLst>
        </pc:spChg>
        <pc:spChg chg="mod">
          <ac:chgData name="Warren Feltmate" userId="06ccb0c333b4239d" providerId="LiveId" clId="{03AE7F1B-5448-4088-B76F-C7E50547C3EB}" dt="2026-02-03T03:58:50.119" v="2"/>
          <ac:spMkLst>
            <pc:docMk/>
            <pc:sldMk cId="513366292" sldId="258"/>
            <ac:spMk id="8" creationId="{C414828F-5247-0414-A6EC-AB005945445B}"/>
          </ac:spMkLst>
        </pc:spChg>
        <pc:spChg chg="mod">
          <ac:chgData name="Warren Feltmate" userId="06ccb0c333b4239d" providerId="LiveId" clId="{03AE7F1B-5448-4088-B76F-C7E50547C3EB}" dt="2026-02-03T03:58:50.119" v="2"/>
          <ac:spMkLst>
            <pc:docMk/>
            <pc:sldMk cId="513366292" sldId="258"/>
            <ac:spMk id="9" creationId="{FBCA962E-70E2-5BF0-B4EA-41DEA005228B}"/>
          </ac:spMkLst>
        </pc:spChg>
        <pc:grpChg chg="add mod">
          <ac:chgData name="Warren Feltmate" userId="06ccb0c333b4239d" providerId="LiveId" clId="{03AE7F1B-5448-4088-B76F-C7E50547C3EB}" dt="2026-02-03T03:58:50.119" v="2"/>
          <ac:grpSpMkLst>
            <pc:docMk/>
            <pc:sldMk cId="513366292" sldId="258"/>
            <ac:grpSpMk id="4" creationId="{E5D96556-FAFB-6CBB-A6D4-5C26E34EF256}"/>
          </ac:grpSpMkLst>
        </pc:grpChg>
        <pc:grpChg chg="add mod">
          <ac:chgData name="Warren Feltmate" userId="06ccb0c333b4239d" providerId="LiveId" clId="{03AE7F1B-5448-4088-B76F-C7E50547C3EB}" dt="2026-02-03T03:58:50.119" v="2"/>
          <ac:grpSpMkLst>
            <pc:docMk/>
            <pc:sldMk cId="513366292" sldId="258"/>
            <ac:grpSpMk id="7" creationId="{40BFD6BB-33FF-D2EF-0407-4B6037613CA9}"/>
          </ac:grpSpMkLst>
        </pc:grpChg>
      </pc:sldChg>
      <pc:sldMasterChg chg="delSp mod modSldLayout">
        <pc:chgData name="Warren Feltmate" userId="06ccb0c333b4239d" providerId="LiveId" clId="{03AE7F1B-5448-4088-B76F-C7E50547C3EB}" dt="2026-02-03T03:59:15.329" v="7" actId="478"/>
        <pc:sldMasterMkLst>
          <pc:docMk/>
          <pc:sldMasterMk cId="2489331390" sldId="2147483660"/>
        </pc:sldMasterMkLst>
        <pc:spChg chg="del">
          <ac:chgData name="Warren Feltmate" userId="06ccb0c333b4239d" providerId="LiveId" clId="{03AE7F1B-5448-4088-B76F-C7E50547C3EB}" dt="2026-02-03T03:58:13.161" v="1" actId="478"/>
          <ac:spMkLst>
            <pc:docMk/>
            <pc:sldMasterMk cId="2489331390" sldId="2147483660"/>
            <ac:spMk id="44" creationId="{00000000-0000-0000-0000-000000000000}"/>
          </ac:spMkLst>
        </pc:spChg>
        <pc:spChg chg="del">
          <ac:chgData name="Warren Feltmate" userId="06ccb0c333b4239d" providerId="LiveId" clId="{03AE7F1B-5448-4088-B76F-C7E50547C3EB}" dt="2026-02-03T03:58:13.161" v="1" actId="478"/>
          <ac:spMkLst>
            <pc:docMk/>
            <pc:sldMasterMk cId="2489331390" sldId="2147483660"/>
            <ac:spMk id="45" creationId="{00000000-0000-0000-0000-000000000000}"/>
          </ac:spMkLst>
        </pc:spChg>
        <pc:spChg chg="del">
          <ac:chgData name="Warren Feltmate" userId="06ccb0c333b4239d" providerId="LiveId" clId="{03AE7F1B-5448-4088-B76F-C7E50547C3EB}" dt="2026-02-03T03:58:13.161" v="1" actId="478"/>
          <ac:spMkLst>
            <pc:docMk/>
            <pc:sldMasterMk cId="2489331390" sldId="2147483660"/>
            <ac:spMk id="46" creationId="{00000000-0000-0000-0000-000000000000}"/>
          </ac:spMkLst>
        </pc:spChg>
        <pc:sldLayoutChg chg="delSp modSp mod">
          <pc:chgData name="Warren Feltmate" userId="06ccb0c333b4239d" providerId="LiveId" clId="{03AE7F1B-5448-4088-B76F-C7E50547C3EB}" dt="2026-02-03T03:59:15.329" v="7" actId="478"/>
          <pc:sldLayoutMkLst>
            <pc:docMk/>
            <pc:sldMasterMk cId="2489331390" sldId="2147483660"/>
            <pc:sldLayoutMk cId="3264731965" sldId="2147483668"/>
          </pc:sldLayoutMkLst>
          <pc:spChg chg="del">
            <ac:chgData name="Warren Feltmate" userId="06ccb0c333b4239d" providerId="LiveId" clId="{03AE7F1B-5448-4088-B76F-C7E50547C3EB}" dt="2026-02-03T03:59:15.329" v="7" actId="478"/>
            <ac:spMkLst>
              <pc:docMk/>
              <pc:sldMasterMk cId="2489331390" sldId="2147483660"/>
              <pc:sldLayoutMk cId="3264731965" sldId="2147483668"/>
              <ac:spMk id="54" creationId="{00000000-0000-0000-0000-000000000000}"/>
            </ac:spMkLst>
          </pc:spChg>
          <pc:spChg chg="del">
            <ac:chgData name="Warren Feltmate" userId="06ccb0c333b4239d" providerId="LiveId" clId="{03AE7F1B-5448-4088-B76F-C7E50547C3EB}" dt="2026-02-03T03:59:13.472" v="6" actId="478"/>
            <ac:spMkLst>
              <pc:docMk/>
              <pc:sldMasterMk cId="2489331390" sldId="2147483660"/>
              <pc:sldLayoutMk cId="3264731965" sldId="2147483668"/>
              <ac:spMk id="58" creationId="{00000000-0000-0000-0000-000000000000}"/>
            </ac:spMkLst>
          </pc:spChg>
          <pc:spChg chg="topLvl">
            <ac:chgData name="Warren Feltmate" userId="06ccb0c333b4239d" providerId="LiveId" clId="{03AE7F1B-5448-4088-B76F-C7E50547C3EB}" dt="2026-02-03T03:59:06.632" v="3" actId="478"/>
            <ac:spMkLst>
              <pc:docMk/>
              <pc:sldMasterMk cId="2489331390" sldId="2147483660"/>
              <pc:sldLayoutMk cId="3264731965" sldId="2147483668"/>
              <ac:spMk id="60" creationId="{00000000-0000-0000-0000-000000000000}"/>
            </ac:spMkLst>
          </pc:spChg>
          <pc:spChg chg="del topLvl">
            <ac:chgData name="Warren Feltmate" userId="06ccb0c333b4239d" providerId="LiveId" clId="{03AE7F1B-5448-4088-B76F-C7E50547C3EB}" dt="2026-02-03T03:59:06.632" v="3" actId="478"/>
            <ac:spMkLst>
              <pc:docMk/>
              <pc:sldMasterMk cId="2489331390" sldId="2147483660"/>
              <pc:sldLayoutMk cId="3264731965" sldId="2147483668"/>
              <ac:spMk id="61" creationId="{00000000-0000-0000-0000-000000000000}"/>
            </ac:spMkLst>
          </pc:spChg>
          <pc:spChg chg="topLvl">
            <ac:chgData name="Warren Feltmate" userId="06ccb0c333b4239d" providerId="LiveId" clId="{03AE7F1B-5448-4088-B76F-C7E50547C3EB}" dt="2026-02-03T03:59:10.276" v="5" actId="478"/>
            <ac:spMkLst>
              <pc:docMk/>
              <pc:sldMasterMk cId="2489331390" sldId="2147483660"/>
              <pc:sldLayoutMk cId="3264731965" sldId="2147483668"/>
              <ac:spMk id="63" creationId="{00000000-0000-0000-0000-000000000000}"/>
            </ac:spMkLst>
          </pc:spChg>
          <pc:spChg chg="del mod topLvl">
            <ac:chgData name="Warren Feltmate" userId="06ccb0c333b4239d" providerId="LiveId" clId="{03AE7F1B-5448-4088-B76F-C7E50547C3EB}" dt="2026-02-03T03:59:10.276" v="5" actId="478"/>
            <ac:spMkLst>
              <pc:docMk/>
              <pc:sldMasterMk cId="2489331390" sldId="2147483660"/>
              <pc:sldLayoutMk cId="3264731965" sldId="2147483668"/>
              <ac:spMk id="64" creationId="{00000000-0000-0000-0000-000000000000}"/>
            </ac:spMkLst>
          </pc:spChg>
          <pc:grpChg chg="del">
            <ac:chgData name="Warren Feltmate" userId="06ccb0c333b4239d" providerId="LiveId" clId="{03AE7F1B-5448-4088-B76F-C7E50547C3EB}" dt="2026-02-03T03:59:06.632" v="3" actId="478"/>
            <ac:grpSpMkLst>
              <pc:docMk/>
              <pc:sldMasterMk cId="2489331390" sldId="2147483660"/>
              <pc:sldLayoutMk cId="3264731965" sldId="2147483668"/>
              <ac:grpSpMk id="59" creationId="{00000000-0000-0000-0000-000000000000}"/>
            </ac:grpSpMkLst>
          </pc:grpChg>
          <pc:grpChg chg="del">
            <ac:chgData name="Warren Feltmate" userId="06ccb0c333b4239d" providerId="LiveId" clId="{03AE7F1B-5448-4088-B76F-C7E50547C3EB}" dt="2026-02-03T03:59:10.276" v="5" actId="478"/>
            <ac:grpSpMkLst>
              <pc:docMk/>
              <pc:sldMasterMk cId="2489331390" sldId="2147483660"/>
              <pc:sldLayoutMk cId="3264731965" sldId="2147483668"/>
              <ac:grpSpMk id="62" creationId="{00000000-0000-0000-0000-000000000000}"/>
            </ac:grpSpMkLst>
          </pc:grpChg>
        </pc:sldLayoutChg>
      </pc:sldMasterChg>
      <pc:sldMasterChg chg="del">
        <pc:chgData name="Warren Feltmate" userId="06ccb0c333b4239d" providerId="LiveId" clId="{03AE7F1B-5448-4088-B76F-C7E50547C3EB}" dt="2026-02-03T03:58:01.559" v="0" actId="2696"/>
        <pc:sldMasterMkLst>
          <pc:docMk/>
          <pc:sldMasterMk cId="901779142" sldId="2147483671"/>
        </pc:sldMasterMkLst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ing Evalu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/>
          <p:cNvSpPr/>
          <p:nvPr userDrawn="1"/>
        </p:nvSpPr>
        <p:spPr>
          <a:xfrm>
            <a:off x="0" y="0"/>
            <a:ext cx="1276350" cy="1196340"/>
          </a:xfrm>
          <a:prstGeom prst="rect">
            <a:avLst/>
          </a:prstGeom>
          <a:solidFill>
            <a:srgbClr val="E5E5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2" name="Picture 4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80" y="206490"/>
            <a:ext cx="966369" cy="791971"/>
          </a:xfrm>
          <a:prstGeom prst="rect">
            <a:avLst/>
          </a:prstGeom>
        </p:spPr>
      </p:pic>
      <p:sp>
        <p:nvSpPr>
          <p:cNvPr id="43" name="Rectangle 42"/>
          <p:cNvSpPr/>
          <p:nvPr userDrawn="1"/>
        </p:nvSpPr>
        <p:spPr>
          <a:xfrm>
            <a:off x="1276350" y="1"/>
            <a:ext cx="5581651" cy="1195833"/>
          </a:xfrm>
          <a:prstGeom prst="rect">
            <a:avLst/>
          </a:prstGeom>
          <a:solidFill>
            <a:srgbClr val="B111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/>
          <p:cNvSpPr txBox="1"/>
          <p:nvPr userDrawn="1"/>
        </p:nvSpPr>
        <p:spPr>
          <a:xfrm>
            <a:off x="1503636" y="59307"/>
            <a:ext cx="4038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SPEAKING</a:t>
            </a:r>
          </a:p>
          <a:p>
            <a:r>
              <a:rPr lang="en-US" altLang="ko-KR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EVALUATION</a:t>
            </a:r>
            <a:endParaRPr lang="ko-KR" altLang="en-US" sz="32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45" name="Group 44"/>
          <p:cNvGrpSpPr/>
          <p:nvPr userDrawn="1"/>
        </p:nvGrpSpPr>
        <p:grpSpPr>
          <a:xfrm>
            <a:off x="221881" y="1304278"/>
            <a:ext cx="2273674" cy="318983"/>
            <a:chOff x="221881" y="1304278"/>
            <a:chExt cx="2273674" cy="318983"/>
          </a:xfrm>
        </p:grpSpPr>
        <p:sp>
          <p:nvSpPr>
            <p:cNvPr id="46" name="Rectangle 45"/>
            <p:cNvSpPr/>
            <p:nvPr/>
          </p:nvSpPr>
          <p:spPr>
            <a:xfrm>
              <a:off x="229502" y="1304278"/>
              <a:ext cx="2266053" cy="318983"/>
            </a:xfrm>
            <a:prstGeom prst="rect">
              <a:avLst/>
            </a:prstGeom>
            <a:solidFill>
              <a:srgbClr val="E5E5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21881" y="1325270"/>
              <a:ext cx="11612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rgbClr val="B11116"/>
                  </a:solidFill>
                  <a:latin typeface="Arial Narrow" panose="020B0606020202030204" pitchFamily="34" charset="0"/>
                </a:rPr>
                <a:t>English Name:</a:t>
              </a:r>
              <a:endParaRPr lang="ko-KR" altLang="en-US" sz="1200" b="1" dirty="0">
                <a:solidFill>
                  <a:srgbClr val="B11116"/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48" name="Group 47"/>
          <p:cNvGrpSpPr/>
          <p:nvPr userDrawn="1"/>
        </p:nvGrpSpPr>
        <p:grpSpPr>
          <a:xfrm>
            <a:off x="2593600" y="1304278"/>
            <a:ext cx="2273674" cy="318983"/>
            <a:chOff x="2593600" y="1304278"/>
            <a:chExt cx="2273674" cy="318983"/>
          </a:xfrm>
        </p:grpSpPr>
        <p:sp>
          <p:nvSpPr>
            <p:cNvPr id="49" name="Rectangle 48"/>
            <p:cNvSpPr/>
            <p:nvPr/>
          </p:nvSpPr>
          <p:spPr>
            <a:xfrm>
              <a:off x="2601221" y="1304278"/>
              <a:ext cx="2266053" cy="318983"/>
            </a:xfrm>
            <a:prstGeom prst="rect">
              <a:avLst/>
            </a:prstGeom>
            <a:solidFill>
              <a:srgbClr val="E5E5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2593600" y="1325270"/>
              <a:ext cx="11612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rgbClr val="B11116"/>
                  </a:solidFill>
                  <a:latin typeface="Arial Narrow" panose="020B0606020202030204" pitchFamily="34" charset="0"/>
                </a:rPr>
                <a:t>Korean Name:</a:t>
              </a:r>
              <a:endParaRPr lang="ko-KR" altLang="en-US" sz="1200" b="1" dirty="0">
                <a:solidFill>
                  <a:srgbClr val="B11116"/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51" name="Group 50"/>
          <p:cNvGrpSpPr/>
          <p:nvPr userDrawn="1"/>
        </p:nvGrpSpPr>
        <p:grpSpPr>
          <a:xfrm>
            <a:off x="221881" y="1682019"/>
            <a:ext cx="2273674" cy="318983"/>
            <a:chOff x="221881" y="1682019"/>
            <a:chExt cx="2273674" cy="318983"/>
          </a:xfrm>
        </p:grpSpPr>
        <p:sp>
          <p:nvSpPr>
            <p:cNvPr id="52" name="Rectangle 51"/>
            <p:cNvSpPr/>
            <p:nvPr/>
          </p:nvSpPr>
          <p:spPr>
            <a:xfrm>
              <a:off x="229502" y="1682019"/>
              <a:ext cx="2266053" cy="318983"/>
            </a:xfrm>
            <a:prstGeom prst="rect">
              <a:avLst/>
            </a:prstGeom>
            <a:solidFill>
              <a:srgbClr val="E5E5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221881" y="1703011"/>
              <a:ext cx="11612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rgbClr val="B11116"/>
                  </a:solidFill>
                  <a:latin typeface="Arial Narrow" panose="020B0606020202030204" pitchFamily="34" charset="0"/>
                </a:rPr>
                <a:t>Native Teacher:</a:t>
              </a:r>
              <a:endParaRPr lang="ko-KR" altLang="en-US" sz="1200" b="1" dirty="0">
                <a:solidFill>
                  <a:srgbClr val="B11116"/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55" name="Group 54"/>
          <p:cNvGrpSpPr/>
          <p:nvPr userDrawn="1"/>
        </p:nvGrpSpPr>
        <p:grpSpPr>
          <a:xfrm>
            <a:off x="2593600" y="1682019"/>
            <a:ext cx="2273674" cy="318983"/>
            <a:chOff x="2593600" y="1682019"/>
            <a:chExt cx="2273674" cy="318983"/>
          </a:xfrm>
        </p:grpSpPr>
        <p:sp>
          <p:nvSpPr>
            <p:cNvPr id="56" name="Rectangle 55"/>
            <p:cNvSpPr/>
            <p:nvPr/>
          </p:nvSpPr>
          <p:spPr>
            <a:xfrm>
              <a:off x="2601221" y="1682019"/>
              <a:ext cx="2266053" cy="318983"/>
            </a:xfrm>
            <a:prstGeom prst="rect">
              <a:avLst/>
            </a:prstGeom>
            <a:solidFill>
              <a:srgbClr val="E5E5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593600" y="1703011"/>
              <a:ext cx="11612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rgbClr val="B11116"/>
                  </a:solidFill>
                  <a:latin typeface="Arial Narrow" panose="020B0606020202030204" pitchFamily="34" charset="0"/>
                </a:rPr>
                <a:t>Korean Teacher:</a:t>
              </a:r>
              <a:endParaRPr lang="ko-KR" altLang="en-US" sz="1200" b="1" dirty="0">
                <a:solidFill>
                  <a:srgbClr val="B11116"/>
                </a:solidFill>
                <a:latin typeface="Arial Narrow" panose="020B0606020202030204" pitchFamily="34" charset="0"/>
              </a:endParaRPr>
            </a:p>
          </p:txBody>
        </p:sp>
      </p:grpSp>
      <p:sp>
        <p:nvSpPr>
          <p:cNvPr id="60" name="Rectangle 59"/>
          <p:cNvSpPr/>
          <p:nvPr/>
        </p:nvSpPr>
        <p:spPr>
          <a:xfrm>
            <a:off x="4867275" y="178119"/>
            <a:ext cx="1648562" cy="3189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Rectangle 62"/>
          <p:cNvSpPr/>
          <p:nvPr/>
        </p:nvSpPr>
        <p:spPr>
          <a:xfrm>
            <a:off x="5245057" y="665745"/>
            <a:ext cx="1270780" cy="3189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5" name="Group 64"/>
          <p:cNvGrpSpPr/>
          <p:nvPr userDrawn="1"/>
        </p:nvGrpSpPr>
        <p:grpSpPr>
          <a:xfrm>
            <a:off x="4970969" y="1298675"/>
            <a:ext cx="1658484" cy="696724"/>
            <a:chOff x="4970969" y="1298675"/>
            <a:chExt cx="1658484" cy="696724"/>
          </a:xfrm>
        </p:grpSpPr>
        <p:sp>
          <p:nvSpPr>
            <p:cNvPr id="66" name="Rectangle 65"/>
            <p:cNvSpPr/>
            <p:nvPr/>
          </p:nvSpPr>
          <p:spPr>
            <a:xfrm>
              <a:off x="4972940" y="1298675"/>
              <a:ext cx="1656513" cy="696724"/>
            </a:xfrm>
            <a:prstGeom prst="rect">
              <a:avLst/>
            </a:prstGeom>
            <a:solidFill>
              <a:srgbClr val="E5E5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4970969" y="1718400"/>
              <a:ext cx="165848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rgbClr val="B11116"/>
                  </a:solidFill>
                  <a:latin typeface="Arial Narrow" panose="020B0606020202030204" pitchFamily="34" charset="0"/>
                </a:rPr>
                <a:t>OVERALL GRADE</a:t>
              </a:r>
              <a:endParaRPr lang="ko-KR" altLang="en-US" sz="1200" b="1" dirty="0">
                <a:solidFill>
                  <a:srgbClr val="B11116"/>
                </a:solidFill>
                <a:latin typeface="Arial Narrow" panose="020B0606020202030204" pitchFamily="34" charset="0"/>
              </a:endParaRPr>
            </a:p>
          </p:txBody>
        </p:sp>
      </p:grpSp>
      <p:graphicFrame>
        <p:nvGraphicFramePr>
          <p:cNvPr id="32" name="Table 31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210177605"/>
              </p:ext>
            </p:extLst>
          </p:nvPr>
        </p:nvGraphicFramePr>
        <p:xfrm>
          <a:off x="219053" y="8008376"/>
          <a:ext cx="6419895" cy="1440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19895">
                  <a:extLst>
                    <a:ext uri="{9D8B030D-6E8A-4147-A177-3AD203B41FA5}">
                      <a16:colId xmlns:a16="http://schemas.microsoft.com/office/drawing/2014/main" val="2888324031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05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Arial" panose="020B0604020202020204" pitchFamily="34" charset="0"/>
                        </a:rPr>
                        <a:t>Comments </a:t>
                      </a:r>
                      <a:r>
                        <a:rPr kumimoji="0" lang="ko-KR" altLang="en-US" sz="105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Arial" panose="020B0604020202020204" pitchFamily="34" charset="0"/>
                        </a:rPr>
                        <a:t>코멘트</a:t>
                      </a:r>
                      <a:endParaRPr lang="ko-KR" altLang="en-US" sz="1050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6890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286868"/>
                  </a:ext>
                </a:extLst>
              </a:tr>
            </a:tbl>
          </a:graphicData>
        </a:graphic>
      </p:graphicFrame>
      <p:sp>
        <p:nvSpPr>
          <p:cNvPr id="33" name="TextBox 32"/>
          <p:cNvSpPr txBox="1"/>
          <p:nvPr userDrawn="1"/>
        </p:nvSpPr>
        <p:spPr>
          <a:xfrm>
            <a:off x="3521862" y="9510205"/>
            <a:ext cx="17231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B11116"/>
                </a:solidFill>
                <a:latin typeface="Arial Narrow" panose="020B0606020202030204" pitchFamily="34" charset="0"/>
              </a:rPr>
              <a:t>Native Teacher Signature:</a:t>
            </a:r>
            <a:endParaRPr lang="ko-KR" altLang="en-US" sz="1200" b="1" dirty="0">
              <a:solidFill>
                <a:srgbClr val="B11116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4731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dditional Com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748961618"/>
              </p:ext>
            </p:extLst>
          </p:nvPr>
        </p:nvGraphicFramePr>
        <p:xfrm>
          <a:off x="219053" y="1442476"/>
          <a:ext cx="6419895" cy="308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19895">
                  <a:extLst>
                    <a:ext uri="{9D8B030D-6E8A-4147-A177-3AD203B41FA5}">
                      <a16:colId xmlns:a16="http://schemas.microsoft.com/office/drawing/2014/main" val="2888324031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05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Comments </a:t>
                      </a:r>
                      <a:r>
                        <a:rPr kumimoji="0" lang="ko-KR" altLang="en-US" sz="105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코멘트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6890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286868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 userDrawn="1"/>
        </p:nvSpPr>
        <p:spPr>
          <a:xfrm>
            <a:off x="0" y="0"/>
            <a:ext cx="1276350" cy="1196340"/>
          </a:xfrm>
          <a:prstGeom prst="rect">
            <a:avLst/>
          </a:prstGeom>
          <a:solidFill>
            <a:srgbClr val="E5E5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80" y="206490"/>
            <a:ext cx="966369" cy="791971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1276350" y="1"/>
            <a:ext cx="5581651" cy="1195833"/>
          </a:xfrm>
          <a:prstGeom prst="rect">
            <a:avLst/>
          </a:prstGeom>
          <a:solidFill>
            <a:srgbClr val="B111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1503636" y="59307"/>
            <a:ext cx="4038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SPEAKING</a:t>
            </a:r>
          </a:p>
          <a:p>
            <a:r>
              <a:rPr lang="en-US" altLang="ko-KR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EVALUATION</a:t>
            </a:r>
            <a:endParaRPr lang="ko-KR" altLang="en-US" sz="32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754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9331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70" r:id="rId2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7497"/>
              </p:ext>
            </p:extLst>
          </p:nvPr>
        </p:nvGraphicFramePr>
        <p:xfrm>
          <a:off x="229026" y="2124329"/>
          <a:ext cx="6400424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0024">
                  <a:extLst>
                    <a:ext uri="{9D8B030D-6E8A-4147-A177-3AD203B41FA5}">
                      <a16:colId xmlns:a16="http://schemas.microsoft.com/office/drawing/2014/main" val="247911015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3806264517"/>
                    </a:ext>
                  </a:extLst>
                </a:gridCol>
                <a:gridCol w="937270">
                  <a:extLst>
                    <a:ext uri="{9D8B030D-6E8A-4147-A177-3AD203B41FA5}">
                      <a16:colId xmlns:a16="http://schemas.microsoft.com/office/drawing/2014/main" val="3277761772"/>
                    </a:ext>
                  </a:extLst>
                </a:gridCol>
                <a:gridCol w="937270">
                  <a:extLst>
                    <a:ext uri="{9D8B030D-6E8A-4147-A177-3AD203B41FA5}">
                      <a16:colId xmlns:a16="http://schemas.microsoft.com/office/drawing/2014/main" val="3833310422"/>
                    </a:ext>
                  </a:extLst>
                </a:gridCol>
                <a:gridCol w="937270">
                  <a:extLst>
                    <a:ext uri="{9D8B030D-6E8A-4147-A177-3AD203B41FA5}">
                      <a16:colId xmlns:a16="http://schemas.microsoft.com/office/drawing/2014/main" val="662001239"/>
                    </a:ext>
                  </a:extLst>
                </a:gridCol>
                <a:gridCol w="937270">
                  <a:extLst>
                    <a:ext uri="{9D8B030D-6E8A-4147-A177-3AD203B41FA5}">
                      <a16:colId xmlns:a16="http://schemas.microsoft.com/office/drawing/2014/main" val="1534224506"/>
                    </a:ext>
                  </a:extLst>
                </a:gridCol>
                <a:gridCol w="937270">
                  <a:extLst>
                    <a:ext uri="{9D8B030D-6E8A-4147-A177-3AD203B41FA5}">
                      <a16:colId xmlns:a16="http://schemas.microsoft.com/office/drawing/2014/main" val="1369582542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l"/>
                      <a:r>
                        <a:rPr kumimoji="0" lang="en-US" altLang="ko-KR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Grammar </a:t>
                      </a:r>
                      <a:r>
                        <a:rPr kumimoji="0" lang="ko-KR" altLang="en-US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문법</a:t>
                      </a:r>
                      <a:endParaRPr lang="en-US" sz="1000" b="1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A+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545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B+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C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3205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Subject-Verb Agreement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Verb Tenses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Pronouns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Prepositions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Articles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Plurals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Correct Vocabulary Use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Sentence Structure</a:t>
                      </a:r>
                      <a:endParaRPr kumimoji="0" lang="en-US" sz="6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4557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sz="2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Black" panose="020B0A0402010202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4557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맑은 고딕"/>
                          <a:cs typeface="Times New Roman"/>
                        </a:rPr>
                        <a:t>Applies advanced grammar concepts accurately; little to no grammar errors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4557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Advanced grammar concepts are used, but with some errors; sometimes mistakes nuances in articles, prepositions, etc.</a:t>
                      </a:r>
                      <a:endParaRPr kumimoji="0" lang="en-US" sz="9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4557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Unsure about how to use advanced grammar concepts correctly; frequently making mistakes in basic grammar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4557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Only basic sentence structures are used; many errors in basic concepts like verb tenses and agreement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4557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An abundance of grammar errors impedes  comprehension</a:t>
                      </a:r>
                      <a:endParaRPr kumimoji="0" lang="en-US" sz="9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787999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l" defTabSz="6545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Pronunciation </a:t>
                      </a:r>
                      <a:r>
                        <a:rPr kumimoji="0" lang="ko-KR" altLang="en-US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발음</a:t>
                      </a:r>
                      <a:endParaRPr kumimoji="0" lang="en-US" altLang="ko-KR" sz="1050" b="1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Arial Black" panose="020B0A040201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11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A+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545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B+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C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2916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Use of </a:t>
                      </a:r>
                      <a:r>
                        <a:rPr kumimoji="0" lang="en-US" altLang="ko-KR" sz="600" b="0" i="0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Konglish</a:t>
                      </a:r>
                      <a:endParaRPr kumimoji="0" lang="en-US" altLang="ko-KR" sz="6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Clarity / Mumbling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Difficult Vocabulary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Accent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Syllable Division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Proper Syllable Emphasis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4557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altLang="ko-KR" sz="2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Black" panose="020B0A0402010202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Natural pronunciation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with no errors that impede vocabulary comprehension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Good overall pronunciation, but some occasional odd words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Understandable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pronunciation, but some errors in specific sounds, letters, or syllable division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0" latinLnBrk="0" hangingPunct="0"/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Pronunciation errors in both advanced and basic vocabulary; beginning to impede understanding</a:t>
                      </a:r>
                      <a:endParaRPr lang="en-US" sz="1200" dirty="0"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Excessive use of Konglish;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many words are not comprehensible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552147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indent="0" algn="l" defTabSz="6545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Fluency </a:t>
                      </a:r>
                      <a:r>
                        <a:rPr kumimoji="0" lang="ko-KR" altLang="en-US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유창성</a:t>
                      </a:r>
                      <a:endParaRPr lang="en-US" altLang="ko-KR" sz="1000" b="1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11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A+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545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B+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C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6418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Flow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Varying Intonation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Speaking Pace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Pausing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4557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altLang="ko-KR" sz="2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Black" panose="020B0A0402010202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Natural flow and appropriate pausing; dynamic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range of tone; speaks with an engaging tone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Decent flow with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appropriate</a:t>
                      </a: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pausing; Some range of tone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Occasional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awkward pauses in the middle of sentences; most sentences spoken with the same intonation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Overuse of filler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w</a:t>
                      </a: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ords (umm/like); some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long pauses begin to impede listener understanding</a:t>
                      </a:r>
                      <a:endParaRPr lang="en-US" sz="800" dirty="0"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Stopped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speaking suddenly and could not resume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6943904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indent="0" algn="l" defTabSz="6545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Manner </a:t>
                      </a:r>
                      <a:r>
                        <a:rPr kumimoji="0" lang="ko-KR" altLang="en-US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태도</a:t>
                      </a:r>
                      <a:endParaRPr lang="en-US" altLang="ko-KR" sz="1000" b="1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11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A+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545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B+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C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634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Volume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Eye Contact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Energy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Emotion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Posture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Body Language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Gestures</a:t>
                      </a:r>
                      <a:endParaRPr kumimoji="0" lang="en-US" altLang="ko-KR" sz="6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2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Black" panose="020B0A0402010202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Consistent eye contact across the audience;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natural gestures and emotion;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confident body language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Often makes eye contact and uses some gestures;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developing relevant emotion in speech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Occasional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eye contact and an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attempt at using gestures; lacking in relevant  emotion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0" latinLnBrk="0" hangingPunct="0"/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Rarely makes eye contact; overreliance on notes; stiff body language;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flat emotion throughout</a:t>
                      </a:r>
                      <a:endParaRPr lang="en-US" sz="800" dirty="0"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No eye contact;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volume is too soft to hear well; no use of gestures; completely relies on script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546778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indent="0" algn="l" defTabSz="6545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Content </a:t>
                      </a:r>
                      <a:r>
                        <a:rPr kumimoji="0" lang="ko-KR" altLang="en-US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내용</a:t>
                      </a:r>
                      <a:endParaRPr lang="en-US" altLang="ko-KR" sz="1200" b="1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11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A+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545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B+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C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140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Details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Reasons &amp; Examples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Organization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Logic &amp; Relevance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Level of Vocabulary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/>
                        <a:buNone/>
                        <a:tabLst/>
                        <a:defRPr/>
                      </a:pPr>
                      <a:endParaRPr kumimoji="0" lang="en-US" altLang="ko-KR" sz="2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Black" panose="020B0A0402010202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15888" marR="0" lvl="0" indent="-115888" algn="l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Creative and interesting ideas</a:t>
                      </a:r>
                    </a:p>
                    <a:p>
                      <a:pPr marL="115888" marR="0" lvl="0" indent="-115888" algn="l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Logical arguments and organization of ideas</a:t>
                      </a:r>
                    </a:p>
                    <a:p>
                      <a:pPr marL="115888" marR="0" lvl="0" indent="-115888" algn="l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Effective use of details &amp; examples</a:t>
                      </a:r>
                    </a:p>
                    <a:p>
                      <a:pPr marL="115888" marR="0" lvl="0" indent="-115888" algn="l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Use of advanced vocabulary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15888" marR="0" lvl="0" indent="-115888" algn="l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Relevant information,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but lacking explanation, detail, or examples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  <a:p>
                      <a:pPr marL="115888" marR="0" lvl="0" indent="-115888" algn="l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Reliance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on basic </a:t>
                      </a: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vocabulary</a:t>
                      </a:r>
                    </a:p>
                    <a:p>
                      <a:pPr marL="115888" marR="0" lvl="0" indent="-115888" algn="l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/>
                          <a:cs typeface="Times New Roman"/>
                        </a:rPr>
                        <a:t>Organization needs improvement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Content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was irrelevant or unsupported; only very basic vocabulary used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78836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l" defTabSz="6545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Overall Effort </a:t>
                      </a:r>
                      <a:r>
                        <a:rPr kumimoji="0" lang="ko-KR" altLang="en-US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준비도</a:t>
                      </a:r>
                      <a:endParaRPr kumimoji="0" lang="en-US" altLang="ko-KR" sz="1000" b="1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Arial Black" panose="020B0A040201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11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A+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545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B+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C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308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Effort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Prepared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Memorization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Visual Aids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2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Black" panose="020B0A0402010202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/>
                      <a:r>
                        <a:rPr lang="en-US" sz="800" kern="100" dirty="0">
                          <a:effectLst/>
                          <a:latin typeface="Arial Narrow" panose="020B0606020202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A great amount of effort has been put in;</a:t>
                      </a:r>
                      <a:r>
                        <a:rPr lang="en-US" sz="800" kern="100" baseline="0" dirty="0">
                          <a:effectLst/>
                          <a:latin typeface="Arial Narrow" panose="020B0606020202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 excellent and thorough preparation was done</a:t>
                      </a:r>
                      <a:endParaRPr lang="en-US" sz="800" kern="100" dirty="0">
                        <a:effectLst/>
                        <a:latin typeface="Arial Narrow" panose="020B060602020203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/>
                      <a:r>
                        <a:rPr lang="en-US" sz="800" kern="100" dirty="0">
                          <a:effectLst/>
                          <a:latin typeface="Arial Narrow" panose="020B0606020202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A good amount of effort has been put in;</a:t>
                      </a:r>
                      <a:r>
                        <a:rPr lang="en-US" sz="800" kern="100" baseline="0" dirty="0">
                          <a:effectLst/>
                          <a:latin typeface="Arial Narrow" panose="020B0606020202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 clear evidence of preparation</a:t>
                      </a:r>
                      <a:endParaRPr lang="en-US" sz="800" kern="100" dirty="0">
                        <a:effectLst/>
                        <a:latin typeface="Arial Narrow" panose="020B060602020203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/>
                      <a:r>
                        <a:rPr lang="en-US" sz="800" kern="100" dirty="0">
                          <a:effectLst/>
                          <a:latin typeface="Arial Narrow" panose="020B0606020202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Some effort has been put in;</a:t>
                      </a:r>
                      <a:r>
                        <a:rPr lang="en-US" sz="800" kern="100" baseline="0" dirty="0">
                          <a:effectLst/>
                          <a:latin typeface="Arial Narrow" panose="020B0606020202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 preparation was done, but sufficient</a:t>
                      </a:r>
                      <a:endParaRPr lang="en-US" sz="800" kern="100" dirty="0">
                        <a:effectLst/>
                        <a:latin typeface="Arial Narrow" panose="020B060602020203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/>
                      <a:r>
                        <a:rPr lang="en-US" sz="800" kern="100" dirty="0">
                          <a:effectLst/>
                          <a:latin typeface="Arial Narrow" panose="020B0606020202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Little effort has been put in;</a:t>
                      </a:r>
                      <a:r>
                        <a:rPr lang="en-US" sz="800" kern="100" baseline="0" dirty="0">
                          <a:effectLst/>
                          <a:latin typeface="Arial Narrow" panose="020B0606020202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 not well prepared for the evaluation</a:t>
                      </a:r>
                      <a:endParaRPr lang="en-US" sz="800" kern="100" dirty="0">
                        <a:effectLst/>
                        <a:latin typeface="Arial Narrow" panose="020B060602020203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/>
                      <a:r>
                        <a:rPr lang="en-US" sz="800" kern="100" dirty="0">
                          <a:effectLst/>
                          <a:latin typeface="Arial Narrow" panose="020B0606020202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No effort has been put in;</a:t>
                      </a:r>
                      <a:r>
                        <a:rPr lang="en-US" sz="800" kern="100" baseline="0" dirty="0">
                          <a:effectLst/>
                          <a:latin typeface="Arial Narrow" panose="020B0606020202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 fully unprepared for the evaluation</a:t>
                      </a:r>
                      <a:endParaRPr lang="en-US" sz="800" kern="100" dirty="0">
                        <a:effectLst/>
                        <a:latin typeface="Arial Narrow" panose="020B060602020203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9597219"/>
                  </a:ext>
                </a:extLst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1169195" y="1309881"/>
            <a:ext cx="1326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521862" y="1309881"/>
            <a:ext cx="13454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436428" y="1345377"/>
            <a:ext cx="729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latin typeface="Arial Black" panose="020B0A04020102020204" pitchFamily="34" charset="0"/>
              </a:rPr>
              <a:t>x</a:t>
            </a:r>
            <a:endParaRPr lang="ko-KR" altLang="en-US" sz="2400" b="1" dirty="0">
              <a:latin typeface="Arial Black" panose="020B0A04020102020204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23802" y="8269783"/>
            <a:ext cx="64103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A47C36-DC8A-6174-EBE2-958DA351B211}"/>
              </a:ext>
            </a:extLst>
          </p:cNvPr>
          <p:cNvSpPr txBox="1"/>
          <p:nvPr/>
        </p:nvSpPr>
        <p:spPr>
          <a:xfrm>
            <a:off x="1221588" y="1687622"/>
            <a:ext cx="1266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FD7549-F519-120D-9DE5-C4E8E69DE57A}"/>
              </a:ext>
            </a:extLst>
          </p:cNvPr>
          <p:cNvSpPr txBox="1"/>
          <p:nvPr/>
        </p:nvSpPr>
        <p:spPr>
          <a:xfrm>
            <a:off x="3645700" y="1687622"/>
            <a:ext cx="12235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5D96556-FAFB-6CBB-A6D4-5C26E34EF256}"/>
              </a:ext>
            </a:extLst>
          </p:cNvPr>
          <p:cNvGrpSpPr/>
          <p:nvPr/>
        </p:nvGrpSpPr>
        <p:grpSpPr>
          <a:xfrm>
            <a:off x="4867275" y="178119"/>
            <a:ext cx="1648562" cy="318983"/>
            <a:chOff x="5184776" y="201931"/>
            <a:chExt cx="1488207" cy="31898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A5270B4-4B7C-D0F4-7407-16404675534D}"/>
                </a:ext>
              </a:extLst>
            </p:cNvPr>
            <p:cNvSpPr/>
            <p:nvPr/>
          </p:nvSpPr>
          <p:spPr>
            <a:xfrm>
              <a:off x="5184776" y="201931"/>
              <a:ext cx="1488207" cy="3189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EA70C9E-6B44-01DE-3FAD-12D4C491409A}"/>
                </a:ext>
              </a:extLst>
            </p:cNvPr>
            <p:cNvSpPr txBox="1"/>
            <p:nvPr/>
          </p:nvSpPr>
          <p:spPr>
            <a:xfrm>
              <a:off x="5211762" y="207534"/>
              <a:ext cx="14342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latin typeface="Arial Narrow" panose="020B0606020202030204" pitchFamily="34" charset="0"/>
                </a:rPr>
                <a:t>Month + Year</a:t>
              </a:r>
              <a:endParaRPr lang="ko-KR" altLang="en-US" sz="1400" b="1" dirty="0">
                <a:latin typeface="Arial Narrow" panose="020B0606020202030204" pitchFamily="34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0BFD6BB-33FF-D2EF-0407-4B6037613CA9}"/>
              </a:ext>
            </a:extLst>
          </p:cNvPr>
          <p:cNvGrpSpPr/>
          <p:nvPr/>
        </p:nvGrpSpPr>
        <p:grpSpPr>
          <a:xfrm>
            <a:off x="5245057" y="665745"/>
            <a:ext cx="1270780" cy="318983"/>
            <a:chOff x="5496928" y="574617"/>
            <a:chExt cx="1176055" cy="31898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414828F-5247-0414-A6EC-AB005945445B}"/>
                </a:ext>
              </a:extLst>
            </p:cNvPr>
            <p:cNvSpPr/>
            <p:nvPr/>
          </p:nvSpPr>
          <p:spPr>
            <a:xfrm>
              <a:off x="5496928" y="574617"/>
              <a:ext cx="1176055" cy="3189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BCA962E-70E2-5BF0-B4EA-41DEA005228B}"/>
                </a:ext>
              </a:extLst>
            </p:cNvPr>
            <p:cNvSpPr txBox="1"/>
            <p:nvPr/>
          </p:nvSpPr>
          <p:spPr>
            <a:xfrm>
              <a:off x="5512592" y="580220"/>
              <a:ext cx="113340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latin typeface="Arial Narrow" panose="020B0606020202030204" pitchFamily="34" charset="0"/>
                </a:rPr>
                <a:t>Grade + Level</a:t>
              </a:r>
              <a:endParaRPr lang="ko-KR" altLang="en-US" sz="1400" b="1" dirty="0">
                <a:latin typeface="Arial Narrow" panose="020B0606020202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3366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3802" y="1703883"/>
            <a:ext cx="64103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chemeClr val="tx1"/>
                </a:solidFill>
                <a:latin typeface="Arial" panose="020B0604020202020204" pitchFamily="34" charset="0"/>
                <a:ea typeface="A little sunshine" panose="02000603000000000000" pitchFamily="2" charset="0"/>
                <a:cs typeface="Arial" panose="020B0604020202020204" pitchFamily="34" charset="0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586895683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207</TotalTime>
  <Words>517</Words>
  <Application>Microsoft Office PowerPoint</Application>
  <PresentationFormat>A4 Paper (210x297 mm)</PresentationFormat>
  <Paragraphs>112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 Black</vt:lpstr>
      <vt:lpstr>Wingdings</vt:lpstr>
      <vt:lpstr>Arial Narrow</vt:lpstr>
      <vt:lpstr>Symbol</vt:lpstr>
      <vt:lpstr>Arial</vt:lpstr>
      <vt:lpstr>Master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Warren Feltmate</cp:lastModifiedBy>
  <cp:revision>26</cp:revision>
  <cp:lastPrinted>2026-01-30T07:03:06Z</cp:lastPrinted>
  <dcterms:created xsi:type="dcterms:W3CDTF">2026-01-30T03:11:47Z</dcterms:created>
  <dcterms:modified xsi:type="dcterms:W3CDTF">2026-02-03T03:59:17Z</dcterms:modified>
</cp:coreProperties>
</file>